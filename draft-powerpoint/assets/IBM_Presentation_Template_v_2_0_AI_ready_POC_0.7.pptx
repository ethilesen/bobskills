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Lst>
  <p:notesMasterIdLst>
    <p:notesMasterId r:id="rId18"/>
  </p:notesMasterIdLst>
  <p:handoutMasterIdLst>
    <p:handoutMasterId r:id="rId19"/>
  </p:handoutMasterIdLst>
  <p:sldIdLst>
    <p:sldId id="474" r:id="rId2"/>
    <p:sldId id="404" r:id="rId3"/>
    <p:sldId id="405" r:id="rId4"/>
    <p:sldId id="408" r:id="rId5"/>
    <p:sldId id="406" r:id="rId6"/>
    <p:sldId id="410" r:id="rId7"/>
    <p:sldId id="507" r:id="rId8"/>
    <p:sldId id="509" r:id="rId9"/>
    <p:sldId id="428" r:id="rId10"/>
    <p:sldId id="415" r:id="rId11"/>
    <p:sldId id="427" r:id="rId12"/>
    <p:sldId id="511" r:id="rId13"/>
    <p:sldId id="513" r:id="rId14"/>
    <p:sldId id="515" r:id="rId15"/>
    <p:sldId id="470" r:id="rId16"/>
    <p:sldId id="439" r:id="rId17"/>
  </p:sldIdLst>
  <p:sldSz cx="24387175" cy="13716000"/>
  <p:notesSz cx="6858000" cy="9144000"/>
  <p:embeddedFontLst>
    <p:embeddedFont>
      <p:font typeface="IBM Plex Sans" panose="020B0503050203000203" pitchFamily="34" charset="0"/>
      <p:regular r:id="rId20"/>
      <p:bold r:id="rId21"/>
      <p:italic r:id="rId22"/>
      <p:boldItalic r:id="rId23"/>
    </p:embeddedFont>
    <p:embeddedFont>
      <p:font typeface="IBM Plex Sans ExtLt" panose="020B0303050203000203" pitchFamily="34" charset="0"/>
      <p:regular r:id="rId24"/>
      <p:italic r:id="rId25"/>
    </p:embeddedFont>
    <p:embeddedFont>
      <p:font typeface="IBM Plex Sans Light" panose="020B0403050203000203" pitchFamily="34" charset="0"/>
      <p:regular r:id="rId26"/>
      <p:italic r:id="rId27"/>
    </p:embeddedFont>
    <p:embeddedFont>
      <p:font typeface="IBM Plex Sans Medm" panose="020B0503050203000203" pitchFamily="34" charset="0"/>
      <p:regular r:id="rId28"/>
      <p:italic r:id="rId29"/>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slides" id="{4700659D-582D-3B47-8AF6-59C9324AA29A}">
          <p14:sldIdLst>
            <p14:sldId id="474"/>
            <p14:sldId id="404"/>
            <p14:sldId id="405"/>
            <p14:sldId id="408"/>
            <p14:sldId id="406"/>
            <p14:sldId id="410"/>
            <p14:sldId id="507"/>
            <p14:sldId id="509"/>
            <p14:sldId id="428"/>
            <p14:sldId id="415"/>
            <p14:sldId id="427"/>
            <p14:sldId id="511"/>
            <p14:sldId id="513"/>
            <p14:sldId id="515"/>
            <p14:sldId id="470"/>
            <p14:sldId id="439"/>
          </p14:sldIdLst>
        </p14:section>
        <p14:section name="Selected Pictograms" id="{A71DFE44-60A9-FA4A-8A00-EEDEE7195C5C}">
          <p14:sldIdLst/>
        </p14:section>
        <p14:section name="Microgrid" id="{B04D37AE-4F8F-3744-867F-51C1B17FCD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p:restoredTop sz="64740"/>
  </p:normalViewPr>
  <p:slideViewPr>
    <p:cSldViewPr snapToGrid="0" snapToObjects="1">
      <p:cViewPr varScale="1">
        <p:scale>
          <a:sx n="59" d="100"/>
          <a:sy n="59" d="100"/>
        </p:scale>
        <p:origin x="248" y="472"/>
      </p:cViewPr>
      <p:guideLst/>
    </p:cSldViewPr>
  </p:slideViewPr>
  <p:outlineViewPr>
    <p:cViewPr>
      <p:scale>
        <a:sx n="33" d="100"/>
        <a:sy n="33" d="100"/>
      </p:scale>
      <p:origin x="-56" y="0"/>
    </p:cViewPr>
  </p:outlineViewPr>
  <p:notesTextViewPr>
    <p:cViewPr>
      <p:scale>
        <a:sx n="140" d="100"/>
        <a:sy n="140" d="100"/>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dirty="0"/>
              <a:t>Slide purpose: Cover / title slide. Use at the start of a deck (or a new section) to introduce the topic and presenter contact details.</a:t>
            </a:r>
          </a:p>
          <a:p>
            <a:r>
              <a:rPr dirty="0"/>
              <a:t>Layout: Large title on a light-blue panel; presenter details in the bottom-left.</a:t>
            </a:r>
          </a:p>
          <a:p>
            <a:endParaRPr dirty="0"/>
          </a:p>
          <a:p>
            <a:r>
              <a:rPr dirty="0"/>
              <a:t>Editable elements:</a:t>
            </a:r>
          </a:p>
          <a:p>
            <a:r>
              <a:rPr dirty="0"/>
              <a:t>- title: Main slide title. Sentence case; max 5 lines (aim ~45–70 characters total).</a:t>
            </a:r>
          </a:p>
          <a:p>
            <a:r>
              <a:rPr dirty="0"/>
              <a:t>- </a:t>
            </a:r>
            <a:r>
              <a:rPr dirty="0" err="1"/>
              <a:t>name_and_job_title</a:t>
            </a:r>
            <a:r>
              <a:rPr dirty="0"/>
              <a:t>: Presenter name + job title (2 lines separated by a newline; no blank line).</a:t>
            </a:r>
          </a:p>
          <a:p>
            <a:r>
              <a:rPr dirty="0"/>
              <a:t>- </a:t>
            </a:r>
            <a:r>
              <a:rPr dirty="0" err="1"/>
              <a:t>contact_details</a:t>
            </a:r>
            <a:r>
              <a:rPr dirty="0"/>
              <a:t>: Email + phone (2 lines separated by a newline). (Inline warning: keep email as plain text; avoid hyperlink-styled email because hyperlink formatting may be lost during deterministic edits.)</a:t>
            </a:r>
          </a:p>
          <a:p>
            <a:endParaRPr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213232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Contents / agenda slide. Use near the start of a deck (or at the start of a major section) to show the structure and help navigation.</a:t>
            </a:r>
          </a:p>
          <a:p>
            <a:r>
              <a:t>Layout: Title top-left; two contents columns (left and right).</a:t>
            </a:r>
          </a:p>
          <a:p>
            <a:endParaRPr/>
          </a:p>
          <a:p>
            <a:r>
              <a:t>Editable elements:</a:t>
            </a:r>
          </a:p>
          <a:p>
            <a:r>
              <a:t>- title: Slide title (e.g., “Contents”). Keep short (1–3 words) to avoid wrapping.</a:t>
            </a:r>
          </a:p>
          <a:p>
            <a:r>
              <a:t>- contents_01: Left column list. One item per line as "&lt;page&gt;	&lt;label&gt;" (tab between page and label). Keep labels short and consistent. (Inline warning: keep one item per paragraph; do not add blank lines.)</a:t>
            </a:r>
          </a:p>
          <a:p>
            <a:r>
              <a:t>- contents_02: Right column list. One item per line as "&lt;page&gt;	&lt;label&gt;" (tab between page and label). Keep labels short and consistent. (Inline warning: keep one item per paragraph; do not add blank lines.)</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623346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Section divider slide. Use to clearly signal a new major section/part (no supporting content on this slide).</a:t>
            </a:r>
          </a:p>
          <a:p>
            <a:r>
              <a:t>Layout: Large section title top-left with ample whitespace.</a:t>
            </a:r>
          </a:p>
          <a:p>
            <a:endParaRPr/>
          </a:p>
          <a:p>
            <a:r>
              <a:t>Editable elements:</a:t>
            </a:r>
          </a:p>
          <a:p>
            <a:r>
              <a:t>- section_title: Section/part heading for the next block. Max 3 lines; match the wording used in the agenda.</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Big statement / section opener slide. Use to land a single key message or transition point with maximum emphasis (minimal words, high impact).</a:t>
            </a:r>
          </a:p>
          <a:p>
            <a:r>
              <a:t>Layout: One large text block top-left (section_title) with lots of whitespace.</a:t>
            </a:r>
          </a:p>
          <a:p>
            <a:endParaRPr/>
          </a:p>
          <a:p>
            <a:r>
              <a:t>Editable elements:</a:t>
            </a:r>
          </a:p>
          <a:p>
            <a:r>
              <a:t>- section_title: The single key message (very large type). Prefer 1–3 lines; length 18–60 characters total. Use plain language and active verbs. Avoid acronyms unless they are universally understood. Keep consistent cadence across similar slides (e.g., “Do X”, “Focus on Y”, “Keep Z simple”).</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522138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Quote / callout slide. Use to reinforce a key message with an attributed quote or short callout, supported by a brief headline.</a:t>
            </a:r>
          </a:p>
          <a:p>
            <a:r>
              <a:t>Layout: Headline upper-left (title). Quote/callout block on the right (quote_or_callout_with_attribution).</a:t>
            </a:r>
          </a:p>
          <a:p>
            <a:endParaRPr/>
          </a:p>
          <a:p>
            <a:r>
              <a:t>Editable elements:</a:t>
            </a:r>
          </a:p>
          <a:p>
            <a:r>
              <a:t>- title: Headline that frames the quote/callout. Sentence case; max 3 lines.</a:t>
            </a:r>
          </a:p>
          <a:p>
            <a:r>
              <a:t>- quote_or_callout_with_attribution: Quote text followed by attribution on a new line (e.g., "Quote…" then "Firstname Lastname, Title / Organisation"). (Inline warning: this textbox contains mixed styling in the template; keep content simple and restyle quote vs attribution manually if the styling flattens.)</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051109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Two-up stats + sources. Use when you need TWO supporting metrics under one theme (a compact evidence block).</a:t>
            </a:r>
          </a:p>
          <a:p>
            <a:r>
              <a:t>Layout: Two stat columns; each has a big value (stat_0x) and a short claim (stat_0x_body). Sources are listed below.</a:t>
            </a:r>
          </a:p>
          <a:p>
            <a:endParaRPr/>
          </a:p>
          <a:p>
            <a:r>
              <a:t>Editable elements:</a:t>
            </a:r>
          </a:p>
          <a:p>
            <a:r>
              <a:t>- stat_0x: Metric x value (keep on one line; prefer 2–5 characters where possible).</a:t>
            </a:r>
          </a:p>
          <a:p>
            <a:r>
              <a:t>- stat_0x_body: Metric x claim (1–3 lines). Add a citation marker at the end like ¹/² (use the Unicode superscript character, not formatted superscript styling).</a:t>
            </a:r>
          </a:p>
          <a:p>
            <a:r>
              <a:t>- stat_attributions: Source list (one line per source, matching the superscripts used in stat_0x_body).</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204215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3-up stats + sources. Use when you need THREE supporting metrics under one theme (an evidence grid).</a:t>
            </a:r>
          </a:p>
          <a:p>
            <a:r>
              <a:t>Layout: Headline on the left (title). Three stat columns on the right; each has a big value (stat_0x) and a short claim (stat_0x_body). Sources are listed below.</a:t>
            </a:r>
          </a:p>
          <a:p>
            <a:endParaRPr/>
          </a:p>
          <a:p>
            <a:r>
              <a:t>Editable elements:</a:t>
            </a:r>
          </a:p>
          <a:p>
            <a:r>
              <a:t>- title: Headline framing the three metrics. Sentence case; max 5 lines.</a:t>
            </a:r>
          </a:p>
          <a:p>
            <a:r>
              <a:t>- stat_0x: Metric x value (keep on one line; prefer 2–5 characters).</a:t>
            </a:r>
          </a:p>
          <a:p>
            <a:r>
              <a:t>- stat_0x_body: Metric x claim (1–3 lines). Add a citation marker at the end like ¹/²/³ (use the Unicode superscript character).</a:t>
            </a:r>
          </a:p>
          <a:p>
            <a:r>
              <a:t>- stat_attributions: Source list (one line per source, matching the superscripts used in stat_0x_body).</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047279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Two-up comparison / two-item explainer. Use when you need TWO parallel concepts with clear headings and supporting body text (e.g., “Now vs Next”, “Option A vs Option B”).</a:t>
            </a:r>
          </a:p>
          <a:p>
            <a:r>
              <a:t>Layout: Left title panel (title). Right side has two content columns separated by a vertical rule; each column has a header + body.</a:t>
            </a:r>
          </a:p>
          <a:p>
            <a:endParaRPr/>
          </a:p>
          <a:p>
            <a:r>
              <a:t>Editable elements:</a:t>
            </a:r>
          </a:p>
          <a:p>
            <a:r>
              <a:t>- title: Headline in the left panel. Sentence case; max 3 lines.</a:t>
            </a:r>
          </a:p>
          <a:p>
            <a:r>
              <a:t>- item_0x_header: Column x header. Keep headers parallel in grammar and similar length.</a:t>
            </a:r>
          </a:p>
          <a:p>
            <a:r>
              <a:t>- item_0x_body: Column x body text (1–2 short paragraphs). Keep both columns similar length for visual balance.</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394774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Two-column narrative / side-by-side text. Use when you need TWO parallel short narratives without explicit column headers (e.g., “Context” vs “Implication”).</a:t>
            </a:r>
          </a:p>
          <a:p>
            <a:r>
              <a:t>Layout: Title top-left (title). Two text blocks side-by-side (body_left and body_right).</a:t>
            </a:r>
          </a:p>
          <a:p>
            <a:endParaRPr/>
          </a:p>
          <a:p>
            <a:r>
              <a:t>Editable elements:</a:t>
            </a:r>
          </a:p>
          <a:p>
            <a:r>
              <a:t>- title: Slide headline. Sentence case; max 3 lines.</a:t>
            </a:r>
          </a:p>
          <a:p>
            <a:r>
              <a:t>- body_left: Left column narrative (1–2 short paragraphs; keep scannable).</a:t>
            </a:r>
          </a:p>
          <a:p>
            <a:r>
              <a:t>- body_right: Right column narrative (mirror body_left structure/length for balance).</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9</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621206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dirty="0"/>
              <a:t>Slide purpose: Four-up text columns slide. Use when you need FOUR multiple-paragraph chunks of narrative under a single headline (breadth, not deep comparisons).</a:t>
            </a:r>
          </a:p>
          <a:p>
            <a:r>
              <a:rPr dirty="0"/>
              <a:t>Layout: Title top-left (title). Four equal-width text columns across the body (item_01–item_04).</a:t>
            </a:r>
          </a:p>
          <a:p>
            <a:endParaRPr dirty="0"/>
          </a:p>
          <a:p>
            <a:r>
              <a:rPr dirty="0"/>
              <a:t>Editable elements:</a:t>
            </a:r>
          </a:p>
          <a:p>
            <a:r>
              <a:rPr dirty="0"/>
              <a:t>- title: Slide headline. Sentence case; max 3 lines.</a:t>
            </a:r>
          </a:p>
          <a:p>
            <a:r>
              <a:rPr dirty="0"/>
              <a:t>- item_0x: Column x text (use paragraphs; keep all four columns parallel in tense/cadence). (Inline warning: keep columns balanced; shorten copy rather than resizing text.)</a:t>
            </a:r>
          </a:p>
          <a:p>
            <a:endParaRPr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730200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3-pillar / 3-column overview slide. Use when you want to summarise THREE key themes/capabilities (each with a fixed icon) under a section label + slide headline. Not for deep detail; this is a scan-and-anchor slide.</a:t>
            </a:r>
          </a:p>
          <a:p>
            <a:r>
              <a:t>Layout: Left margin contains section label (section_title) and headline (slide_title). Right side contains three vertical columns separated by rules. Each column has a fixed icon at the top and a supporting text block (item_0x_body).</a:t>
            </a:r>
          </a:p>
          <a:p>
            <a:endParaRPr/>
          </a:p>
          <a:p>
            <a:r>
              <a:t>Editable elements:</a:t>
            </a:r>
          </a:p>
          <a:p>
            <a:r>
              <a:t>- section_title: Section label (small). Sentence case; max 2 lines (aim &lt;=22 characters per line).</a:t>
            </a:r>
          </a:p>
          <a:p>
            <a:r>
              <a:t>- slide_title: Main headline. Sentence case; max 5 lines (aim &lt;=28 characters per line).</a:t>
            </a:r>
          </a:p>
          <a:p>
            <a:r>
              <a:t>- item_0x_body: Pillar x (max 3) body text. Keep the three columns parallel (same tense, similar cadence, comparable specificity). (Inline warning: icons are fixed; do not attempt to edit the icon shapes.)</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510901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2x2 “mini-sections” grid slide. Use to present FOUR short labelled points (each needs a label).</a:t>
            </a:r>
          </a:p>
          <a:p>
            <a:r>
              <a:t>Layout: Left panel has optional eyebrow (title_eyebrow) and headline (title). Right side is a 2x2 grid of four cells (item_01–item_04).</a:t>
            </a:r>
          </a:p>
          <a:p>
            <a:endParaRPr/>
          </a:p>
          <a:p>
            <a:r>
              <a:t>Editable elements:</a:t>
            </a:r>
          </a:p>
          <a:p>
            <a:r>
              <a:t>- title_eyebrow: Optional kicker above the headline. One line only; keep concise (1–4 words).</a:t>
            </a:r>
          </a:p>
          <a:p>
            <a:r>
              <a:t>- title: Main headline in left panel. Sentence case; max 5 lines.</a:t>
            </a:r>
          </a:p>
          <a:p>
            <a:r>
              <a:t>- item_0x: Cell x content as two paragraphs: label (paragraph 1, &lt;=22 characters) then body (paragraph 2, ~120–300 characters). Keep labels parallel across the four cells. (Inline warning: avoid relying on partial bold/colour inside the text; run-level styling may flatten.)</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748949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Four-step / four-item callouts slide. Use to present FOUR discrete points in sequence (1–4) or four parallel callouts.</a:t>
            </a:r>
          </a:p>
          <a:p>
            <a:r>
              <a:t>Layout: Headline on a top panel (title). Four vertical item columns below (item_01–item_04).</a:t>
            </a:r>
          </a:p>
          <a:p>
            <a:endParaRPr/>
          </a:p>
          <a:p>
            <a:r>
              <a:t>Editable elements:</a:t>
            </a:r>
          </a:p>
          <a:p>
            <a:r>
              <a:t>- title: Slide headline. Sentence case; max 5 lines.</a:t>
            </a:r>
          </a:p>
          <a:p>
            <a:r>
              <a:t>- item_0x: Item x as two paragraphs: paragraph 1 is the number (1–4), paragraph 2 is the body text (~80–180 characters). Keep bodies parallel across items. (Inline warning: preserve the number in paragraph 1; do not remove it.)</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13</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975185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purpose: 6-up “mini-sections” grid slide. Use when you need SIX short labelled points that are easy to scan.</a:t>
            </a:r>
          </a:p>
          <a:p>
            <a:r>
              <a:t>Layout: Left title panel (title). Right side is a 2x3 grid of six cells (item_01–item_06).</a:t>
            </a:r>
          </a:p>
          <a:p>
            <a:endParaRPr/>
          </a:p>
          <a:p>
            <a:r>
              <a:t>Editable elements:</a:t>
            </a:r>
          </a:p>
          <a:p>
            <a:r>
              <a:t>- title: Main headline in left panel. Sentence case; max 5 lines.</a:t>
            </a:r>
          </a:p>
          <a:p>
            <a:r>
              <a:t>- item_0x: Cell x as two paragraphs: label (paragraph 1, &lt;=22 characters) then body (paragraph 2, ~100–250 characters). Keep labels parallel and bodies similar length across the grid.</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14</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2153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purpose: Text + image support slide. Use when you have a short headline, TWO text blocks, and a supporting visual on the right.</a:t>
            </a:r>
          </a:p>
          <a:p>
            <a:r>
              <a:t>Layout: Title top-left (title). Two text blocks on the left (body_left_01 and body_left_02). Large visual placeholder area on the right.</a:t>
            </a:r>
          </a:p>
          <a:p>
            <a:endParaRPr/>
          </a:p>
          <a:p>
            <a:r>
              <a:t>Editable elements:</a:t>
            </a:r>
          </a:p>
          <a:p>
            <a:r>
              <a:t>- title: Slide headline. Sentence case; max 3 lines.</a:t>
            </a:r>
          </a:p>
          <a:p>
            <a:r>
              <a:t>- body_left_01: Text block 1 (key point / claim). ~200–360 characters.</a:t>
            </a:r>
          </a:p>
          <a:p>
            <a:r>
              <a:t>- body_left_02: Text block 2 (explanation / implication). ~200–360 characters; keep cadence/length similar to body_left_01.</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15</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116926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purpose: Closing / brand end slide. Use as the final slide (brand-only).</a:t>
            </a:r>
          </a:p>
          <a:p>
            <a:r>
              <a:t>Layout: Centered brand mark on a blank background.</a:t>
            </a:r>
          </a:p>
          <a:p>
            <a:endParaRPr/>
          </a:p>
          <a:p>
            <a:r>
              <a:t>Editable elements:</a:t>
            </a:r>
          </a:p>
          <a:p>
            <a:r>
              <a:t>- None.</a:t>
            </a:r>
          </a:p>
          <a:p>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2174310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email.address@ibm.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name_and_job_title">
            <a:extLst>
              <a:ext uri="{FF2B5EF4-FFF2-40B4-BE49-F238E27FC236}">
                <a16:creationId xmlns:a16="http://schemas.microsoft.com/office/drawing/2014/main" id="{343613A2-28F2-1135-13AB-E7155D225A45}"/>
              </a:ext>
            </a:extLst>
          </p:cNvPr>
          <p:cNvSpPr>
            <a:spLocks noGrp="1"/>
          </p:cNvSpPr>
          <p:nvPr>
            <p:ph type="body" sz="quarter" idx="12"/>
          </p:nvPr>
        </p:nvSpPr>
        <p:spPr>
          <a:xfrm>
            <a:off x="582045" y="12166599"/>
            <a:ext cx="4942455" cy="1074293"/>
          </a:xfrm>
        </p:spPr>
        <p:txBody>
          <a:bodyPr/>
          <a:lstStyle/>
          <a:p>
            <a:r>
              <a:rPr lang="en-US" dirty="0"/>
              <a:t>Firstname Lastname</a:t>
            </a:r>
            <a:br>
              <a:rPr lang="en-US" dirty="0"/>
            </a:br>
            <a:r>
              <a:rPr lang="en-US" dirty="0"/>
              <a:t>Job Title</a:t>
            </a:r>
          </a:p>
        </p:txBody>
      </p:sp>
      <p:sp>
        <p:nvSpPr>
          <p:cNvPr id="6" name="contact_details">
            <a:extLst>
              <a:ext uri="{FF2B5EF4-FFF2-40B4-BE49-F238E27FC236}">
                <a16:creationId xmlns:a16="http://schemas.microsoft.com/office/drawing/2014/main" id="{1093B1DF-A5ED-8486-C2BD-38634D74610B}"/>
              </a:ext>
            </a:extLst>
          </p:cNvPr>
          <p:cNvSpPr>
            <a:spLocks noGrp="1"/>
          </p:cNvSpPr>
          <p:nvPr>
            <p:ph type="body" sz="quarter" idx="13"/>
          </p:nvPr>
        </p:nvSpPr>
        <p:spPr>
          <a:xfrm>
            <a:off x="6671501" y="12166600"/>
            <a:ext cx="4947412" cy="1077014"/>
          </a:xfrm>
        </p:spPr>
        <p:txBody>
          <a:bodyPr/>
          <a:lstStyle/>
          <a:p>
            <a:r>
              <a:rPr lang="en-US" dirty="0">
                <a:hlinkClick r:id="rId3"/>
              </a:rPr>
              <a:t>email.address@ibm.com</a:t>
            </a:r>
            <a:endParaRPr lang="en-US"/>
          </a:p>
          <a:p>
            <a:r>
              <a:rPr lang="en-US" dirty="0"/>
              <a:t>123.456.7890</a:t>
            </a:r>
          </a:p>
        </p:txBody>
      </p:sp>
      <p:sp>
        <p:nvSpPr>
          <p:cNvPr id="2" name="title">
            <a:extLst>
              <a:ext uri="{FF2B5EF4-FFF2-40B4-BE49-F238E27FC236}">
                <a16:creationId xmlns:a16="http://schemas.microsoft.com/office/drawing/2014/main" id="{B335AEEA-5D4C-1E14-8D74-5ACD379B06AE}"/>
              </a:ext>
            </a:extLst>
          </p:cNvPr>
          <p:cNvSpPr>
            <a:spLocks noGrp="1"/>
          </p:cNvSpPr>
          <p:nvPr>
            <p:ph type="title"/>
          </p:nvPr>
        </p:nvSpPr>
        <p:spPr>
          <a:xfrm>
            <a:off x="576000" y="311151"/>
            <a:ext cx="10101072" cy="7308850"/>
          </a:xfrm>
        </p:spPr>
        <p:txBody>
          <a:bodyPr/>
          <a:lstStyle/>
          <a:p>
            <a:r>
              <a:rPr lang="en-US" dirty="0"/>
              <a:t>68/84/132pt title, </a:t>
            </a:r>
            <a:br>
              <a:rPr lang="en-US" dirty="0"/>
            </a:br>
            <a:r>
              <a:rPr lang="en-US" dirty="0"/>
              <a:t>5 lines maximum, </a:t>
            </a:r>
            <a:br>
              <a:rPr lang="en-US" dirty="0"/>
            </a:br>
            <a:r>
              <a:rPr lang="en-US" dirty="0"/>
              <a:t>sentence case</a:t>
            </a:r>
          </a:p>
        </p:txBody>
      </p:sp>
    </p:spTree>
    <p:extLst>
      <p:ext uri="{BB962C8B-B14F-4D97-AF65-F5344CB8AC3E}">
        <p14:creationId xmlns:p14="http://schemas.microsoft.com/office/powerpoint/2010/main" val="25712912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1DD66032-74A7-5C7F-B556-9CFDA5E820D2}"/>
              </a:ext>
            </a:extLst>
          </p:cNvPr>
          <p:cNvSpPr>
            <a:spLocks noGrp="1"/>
          </p:cNvSpPr>
          <p:nvPr>
            <p:ph type="sldNum" sz="quarter" idx="4"/>
          </p:nvPr>
        </p:nvSpPr>
        <p:spPr/>
        <p:txBody>
          <a:bodyPr/>
          <a:lstStyle>
            <a:lvl1pPr>
              <a:defRPr>
                <a:solidFill>
                  <a:schemeClr val="tx1"/>
                </a:solidFill>
              </a:defRPr>
            </a:lvl1pPr>
          </a:lstStyle>
          <a:p>
            <a:fld id="{59395FB3-9C97-154F-86B2-7E381B951268}" type="slidenum">
              <a:rPr lang="en-US" smtClean="0"/>
              <a:pPr/>
              <a:t>2</a:t>
            </a:fld>
            <a:endParaRPr lang="en-US" dirty="0"/>
          </a:p>
        </p:txBody>
      </p:sp>
      <p:sp>
        <p:nvSpPr>
          <p:cNvPr id="6" name="brand_footer_copyright">
            <a:extLst>
              <a:ext uri="{FF2B5EF4-FFF2-40B4-BE49-F238E27FC236}">
                <a16:creationId xmlns:a16="http://schemas.microsoft.com/office/drawing/2014/main" id="{2D8B9559-937A-ACD0-49EB-C02FFDF9D6E7}"/>
              </a:ext>
            </a:extLst>
          </p:cNvPr>
          <p:cNvSpPr>
            <a:spLocks noGrp="1"/>
          </p:cNvSpPr>
          <p:nvPr>
            <p:ph type="ftr" sz="quarter" idx="18"/>
          </p:nvPr>
        </p:nvSpPr>
        <p:spPr>
          <a:xfrm>
            <a:off x="576000" y="12816000"/>
            <a:ext cx="4956176" cy="381000"/>
          </a:xfrm>
        </p:spPr>
        <p:txBody>
          <a:bodyPr/>
          <a:lstStyle/>
          <a:p>
            <a:endParaRPr lang="en-US" dirty="0"/>
          </a:p>
        </p:txBody>
      </p:sp>
      <p:sp>
        <p:nvSpPr>
          <p:cNvPr id="4" name="contents_02">
            <a:extLst>
              <a:ext uri="{FF2B5EF4-FFF2-40B4-BE49-F238E27FC236}">
                <a16:creationId xmlns:a16="http://schemas.microsoft.com/office/drawing/2014/main" id="{41FBBD1B-4D3E-88E3-6FA8-28CEFCA0F6C7}"/>
              </a:ext>
            </a:extLst>
          </p:cNvPr>
          <p:cNvSpPr>
            <a:spLocks noGrp="1"/>
          </p:cNvSpPr>
          <p:nvPr>
            <p:ph type="body" sz="quarter" idx="11"/>
          </p:nvPr>
        </p:nvSpPr>
        <p:spPr/>
        <p:txBody>
          <a:bodyPr/>
          <a:lstStyle/>
          <a:p>
            <a:r>
              <a:rPr lang="en-US" dirty="0">
                <a:latin typeface="IBM Plex Sans Medm" panose="020B0503050203000203" pitchFamily="34" charset="0"/>
              </a:rPr>
              <a:t>26	Part three</a:t>
            </a:r>
          </a:p>
          <a:p>
            <a:r>
              <a:rPr lang="en-US" dirty="0"/>
              <a:t>28	Section one</a:t>
            </a:r>
          </a:p>
          <a:p>
            <a:r>
              <a:rPr lang="en-US" dirty="0"/>
              <a:t>30	Section two</a:t>
            </a:r>
          </a:p>
          <a:p>
            <a:endParaRPr lang="en-US" dirty="0"/>
          </a:p>
          <a:p>
            <a:r>
              <a:rPr lang="en-US" dirty="0">
                <a:latin typeface="IBM Plex Sans Medm" panose="020B0503050203000203" pitchFamily="34" charset="0"/>
              </a:rPr>
              <a:t>32	Part four</a:t>
            </a:r>
          </a:p>
          <a:p>
            <a:r>
              <a:rPr lang="en-US" dirty="0"/>
              <a:t>35	Section one</a:t>
            </a:r>
          </a:p>
          <a:p>
            <a:r>
              <a:rPr lang="en-US" dirty="0"/>
              <a:t>38	Section two</a:t>
            </a:r>
          </a:p>
          <a:p>
            <a:r>
              <a:rPr lang="en-US" dirty="0"/>
              <a:t>41	Section three</a:t>
            </a:r>
          </a:p>
        </p:txBody>
      </p:sp>
      <p:sp>
        <p:nvSpPr>
          <p:cNvPr id="3" name="contents_01">
            <a:extLst>
              <a:ext uri="{FF2B5EF4-FFF2-40B4-BE49-F238E27FC236}">
                <a16:creationId xmlns:a16="http://schemas.microsoft.com/office/drawing/2014/main" id="{3223E9DC-42EB-0711-A23D-16E628202AD7}"/>
              </a:ext>
            </a:extLst>
          </p:cNvPr>
          <p:cNvSpPr>
            <a:spLocks noGrp="1"/>
          </p:cNvSpPr>
          <p:nvPr>
            <p:ph type="body" sz="quarter" idx="10"/>
          </p:nvPr>
        </p:nvSpPr>
        <p:spPr/>
        <p:txBody>
          <a:bodyPr/>
          <a:lstStyle/>
          <a:p>
            <a:r>
              <a:rPr lang="en-US" dirty="0">
                <a:latin typeface="IBM Plex Sans Medm" panose="020B0503050203000203" pitchFamily="34" charset="0"/>
              </a:rPr>
              <a:t>4	Part one</a:t>
            </a:r>
          </a:p>
          <a:p>
            <a:r>
              <a:rPr lang="en-US" dirty="0"/>
              <a:t>6	Section one</a:t>
            </a:r>
          </a:p>
          <a:p>
            <a:r>
              <a:rPr lang="en-US" dirty="0"/>
              <a:t>9	Section two</a:t>
            </a:r>
          </a:p>
          <a:p>
            <a:r>
              <a:rPr lang="en-US" dirty="0"/>
              <a:t>12	Section three</a:t>
            </a:r>
          </a:p>
          <a:p>
            <a:r>
              <a:rPr lang="en-US" dirty="0"/>
              <a:t>16	Section four</a:t>
            </a:r>
          </a:p>
          <a:p>
            <a:endParaRPr lang="en-US" dirty="0"/>
          </a:p>
          <a:p>
            <a:r>
              <a:rPr lang="en-US" dirty="0">
                <a:latin typeface="IBM Plex Sans Medm" panose="020B0503050203000203" pitchFamily="34" charset="0"/>
              </a:rPr>
              <a:t>19	Part two</a:t>
            </a:r>
          </a:p>
          <a:p>
            <a:r>
              <a:rPr lang="en-US" dirty="0"/>
              <a:t>21	Section one</a:t>
            </a:r>
          </a:p>
          <a:p>
            <a:r>
              <a:rPr lang="en-US" dirty="0"/>
              <a:t>24	Section two</a:t>
            </a:r>
          </a:p>
          <a:p>
            <a:endParaRPr lang="en-US" dirty="0"/>
          </a:p>
          <a:p>
            <a:endParaRPr lang="en-US" dirty="0"/>
          </a:p>
        </p:txBody>
      </p:sp>
      <p:sp>
        <p:nvSpPr>
          <p:cNvPr id="2" name="title">
            <a:extLst>
              <a:ext uri="{FF2B5EF4-FFF2-40B4-BE49-F238E27FC236}">
                <a16:creationId xmlns:a16="http://schemas.microsoft.com/office/drawing/2014/main" id="{CEB65E13-A1C4-870D-0BC6-EF956A1B5248}"/>
              </a:ext>
            </a:extLst>
          </p:cNvPr>
          <p:cNvSpPr>
            <a:spLocks noGrp="1"/>
          </p:cNvSpPr>
          <p:nvPr>
            <p:ph type="title"/>
          </p:nvPr>
        </p:nvSpPr>
        <p:spPr/>
        <p:txBody>
          <a:bodyPr/>
          <a:lstStyle/>
          <a:p>
            <a:r>
              <a:rPr lang="en-US" dirty="0"/>
              <a:t>68/84pt Contents</a:t>
            </a:r>
          </a:p>
        </p:txBody>
      </p:sp>
    </p:spTree>
    <p:extLst>
      <p:ext uri="{BB962C8B-B14F-4D97-AF65-F5344CB8AC3E}">
        <p14:creationId xmlns:p14="http://schemas.microsoft.com/office/powerpoint/2010/main" val="348915682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36491" cy="2663825"/>
          </a:xfrm>
        </p:spPr>
        <p:txBody>
          <a:bodyPr/>
          <a:lstStyle/>
          <a:p>
            <a:r>
              <a:rPr lang="en-US" dirty="0"/>
              <a:t>68/84pt section divider,</a:t>
            </a:r>
            <a:br>
              <a:rPr lang="en-US" dirty="0"/>
            </a:br>
            <a:r>
              <a:rPr lang="en-US" dirty="0"/>
              <a:t>3 lines maximum</a:t>
            </a:r>
          </a:p>
        </p:txBody>
      </p:sp>
      <p:sp>
        <p:nvSpPr>
          <p:cNvPr id="9" name="slide_number">
            <a:extLst>
              <a:ext uri="{FF2B5EF4-FFF2-40B4-BE49-F238E27FC236}">
                <a16:creationId xmlns:a16="http://schemas.microsoft.com/office/drawing/2014/main" id="{41794889-6D85-5EF1-D228-19EEF3359F33}"/>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3</a:t>
            </a:fld>
            <a:endParaRPr lang="en-US" dirty="0"/>
          </a:p>
        </p:txBody>
      </p:sp>
      <p:sp>
        <p:nvSpPr>
          <p:cNvPr id="4" name="brand_footer_copyright">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title">
            <a:extLst>
              <a:ext uri="{FF2B5EF4-FFF2-40B4-BE49-F238E27FC236}">
                <a16:creationId xmlns:a16="http://schemas.microsoft.com/office/drawing/2014/main" id="{180FC785-4B73-1374-CE3A-190BCF867813}"/>
              </a:ext>
            </a:extLst>
          </p:cNvPr>
          <p:cNvSpPr>
            <a:spLocks noGrp="1"/>
          </p:cNvSpPr>
          <p:nvPr>
            <p:ph type="title"/>
          </p:nvPr>
        </p:nvSpPr>
        <p:spPr>
          <a:xfrm>
            <a:off x="576000" y="309600"/>
            <a:ext cx="17141825" cy="8832850"/>
          </a:xfrm>
        </p:spPr>
        <p:txBody>
          <a:bodyPr/>
          <a:lstStyle/>
          <a:p>
            <a:r>
              <a:rPr lang="en-US" dirty="0"/>
              <a:t>168pt Go </a:t>
            </a:r>
            <a:br>
              <a:rPr lang="en-US" dirty="0"/>
            </a:br>
            <a:r>
              <a:rPr lang="en-US" dirty="0"/>
              <a:t>simple and big </a:t>
            </a:r>
            <a:br>
              <a:rPr lang="en-US" dirty="0"/>
            </a:br>
            <a:r>
              <a:rPr lang="en-US" dirty="0"/>
              <a:t>if possible</a:t>
            </a:r>
          </a:p>
        </p:txBody>
      </p:sp>
      <p:sp>
        <p:nvSpPr>
          <p:cNvPr id="8" name="slide_number">
            <a:extLst>
              <a:ext uri="{FF2B5EF4-FFF2-40B4-BE49-F238E27FC236}">
                <a16:creationId xmlns:a16="http://schemas.microsoft.com/office/drawing/2014/main" id="{86C17C2C-13ED-63D8-33F8-B7F8FCF5F4BE}"/>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4</a:t>
            </a:fld>
            <a:endParaRPr lang="en-US" dirty="0"/>
          </a:p>
        </p:txBody>
      </p:sp>
      <p:sp>
        <p:nvSpPr>
          <p:cNvPr id="11" name="brand_footer_copyright">
            <a:extLst>
              <a:ext uri="{FF2B5EF4-FFF2-40B4-BE49-F238E27FC236}">
                <a16:creationId xmlns:a16="http://schemas.microsoft.com/office/drawing/2014/main" id="{21502530-8BEB-61F0-1909-E5D61BDB1985}"/>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057561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0D374C6-6622-EAD6-AF33-02B2061061A5}"/>
              </a:ext>
            </a:extLst>
          </p:cNvPr>
          <p:cNvSpPr>
            <a:spLocks noGrp="1"/>
          </p:cNvSpPr>
          <p:nvPr>
            <p:ph type="title"/>
          </p:nvPr>
        </p:nvSpPr>
        <p:spPr>
          <a:xfrm>
            <a:off x="576000" y="384048"/>
            <a:ext cx="9909175" cy="4184269"/>
          </a:xfrm>
        </p:spPr>
        <p:txBody>
          <a:bodyPr/>
          <a:lstStyle/>
          <a:p>
            <a:r>
              <a:rPr lang="en-US" dirty="0"/>
              <a:t>36/42/68/84pt headline, </a:t>
            </a:r>
            <a:br>
              <a:rPr lang="en-US" dirty="0"/>
            </a:br>
            <a:r>
              <a:rPr lang="en-US" dirty="0"/>
              <a:t>3 lines maximum, </a:t>
            </a:r>
            <a:br>
              <a:rPr lang="en-US" dirty="0"/>
            </a:br>
            <a:r>
              <a:rPr lang="en-US" dirty="0"/>
              <a:t>sentence case</a:t>
            </a:r>
          </a:p>
        </p:txBody>
      </p:sp>
      <p:sp>
        <p:nvSpPr>
          <p:cNvPr id="3" name="quote_or_callout_with_attribution">
            <a:extLst>
              <a:ext uri="{FF2B5EF4-FFF2-40B4-BE49-F238E27FC236}">
                <a16:creationId xmlns:a16="http://schemas.microsoft.com/office/drawing/2014/main" id="{3AEA1201-23DA-79C3-771B-5D327E6B4A76}"/>
              </a:ext>
            </a:extLst>
          </p:cNvPr>
          <p:cNvSpPr>
            <a:spLocks noGrp="1"/>
          </p:cNvSpPr>
          <p:nvPr>
            <p:ph type="body" sz="quarter" idx="10"/>
          </p:nvPr>
        </p:nvSpPr>
        <p:spPr>
          <a:xfrm>
            <a:off x="12439759" y="384048"/>
            <a:ext cx="11042073" cy="8778494"/>
          </a:xfrm>
        </p:spPr>
        <p:txBody>
          <a:bodyPr/>
          <a:lstStyle/>
          <a:p>
            <a:pPr marL="381000" indent="-381000">
              <a:lnSpc>
                <a:spcPct val="100000"/>
              </a:lnSpc>
              <a:spcBef>
                <a:spcPts val="0"/>
              </a:spcBef>
            </a:pPr>
            <a:r>
              <a:rPr lang="en-US" dirty="0"/>
              <a:t>“</a:t>
            </a:r>
            <a:r>
              <a:rPr lang="en-US" dirty="0">
                <a:solidFill>
                  <a:schemeClr val="tx1"/>
                </a:solidFill>
              </a:rPr>
              <a:t>36/42/68/84pt </a:t>
            </a:r>
            <a:r>
              <a:rPr lang="en-US" dirty="0"/>
              <a:t>quote or callout text, always use correct line spacing for the point size chosen, Del mint </a:t>
            </a:r>
            <a:r>
              <a:rPr lang="en-US" dirty="0" err="1"/>
              <a:t>quibus</a:t>
            </a:r>
            <a:r>
              <a:rPr lang="en-US" dirty="0"/>
              <a:t> </a:t>
            </a:r>
            <a:r>
              <a:rPr lang="en-US" dirty="0" err="1"/>
              <a:t>eleniet</a:t>
            </a:r>
            <a:r>
              <a:rPr lang="en-US" dirty="0"/>
              <a:t> et </a:t>
            </a:r>
            <a:r>
              <a:rPr lang="en-US" dirty="0" err="1"/>
              <a:t>optatem</a:t>
            </a:r>
            <a:r>
              <a:rPr lang="en-US" dirty="0"/>
              <a:t> </a:t>
            </a:r>
            <a:r>
              <a:rPr lang="en-US" dirty="0" err="1"/>
              <a:t>nonsecero</a:t>
            </a:r>
            <a:r>
              <a:rPr lang="en-US" dirty="0"/>
              <a:t>.”</a:t>
            </a:r>
            <a:br>
              <a:rPr lang="en-US" dirty="0"/>
            </a:br>
            <a:br>
              <a:rPr lang="en-US" sz="2800" dirty="0"/>
            </a:br>
            <a:r>
              <a:rPr lang="en-US" sz="2800" dirty="0"/>
              <a:t>28/36pt author attribution</a:t>
            </a:r>
            <a:br>
              <a:rPr lang="en-US" sz="2800" dirty="0"/>
            </a:br>
            <a:r>
              <a:rPr lang="en-US" sz="2800" dirty="0" err="1"/>
              <a:t>Firstname</a:t>
            </a:r>
            <a:r>
              <a:rPr lang="en-US" sz="2800" dirty="0"/>
              <a:t> </a:t>
            </a:r>
            <a:r>
              <a:rPr lang="en-US" sz="2800" dirty="0" err="1"/>
              <a:t>Lastname</a:t>
            </a:r>
            <a:endParaRPr lang="en-US" sz="2800" dirty="0"/>
          </a:p>
        </p:txBody>
      </p:sp>
      <p:sp>
        <p:nvSpPr>
          <p:cNvPr id="5" name="slide_number">
            <a:extLst>
              <a:ext uri="{FF2B5EF4-FFF2-40B4-BE49-F238E27FC236}">
                <a16:creationId xmlns:a16="http://schemas.microsoft.com/office/drawing/2014/main" id="{F99D30BA-A01D-314D-AAA5-0209F97AE92E}"/>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5</a:t>
            </a:fld>
            <a:endParaRPr lang="en-US" dirty="0"/>
          </a:p>
        </p:txBody>
      </p:sp>
      <p:sp>
        <p:nvSpPr>
          <p:cNvPr id="10" name="brand_footer_copyright">
            <a:extLst>
              <a:ext uri="{FF2B5EF4-FFF2-40B4-BE49-F238E27FC236}">
                <a16:creationId xmlns:a16="http://schemas.microsoft.com/office/drawing/2014/main" id="{C6178C44-34F3-E916-F226-5BD35B9DFC3C}"/>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60919639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tat_01_body">
            <a:extLst>
              <a:ext uri="{FF2B5EF4-FFF2-40B4-BE49-F238E27FC236}">
                <a16:creationId xmlns:a16="http://schemas.microsoft.com/office/drawing/2014/main" id="{34C597DB-997D-8398-0A52-97043F777EDC}"/>
              </a:ext>
            </a:extLst>
          </p:cNvPr>
          <p:cNvSpPr>
            <a:spLocks noGrp="1"/>
          </p:cNvSpPr>
          <p:nvPr>
            <p:ph type="body" sz="quarter" idx="12"/>
          </p:nvPr>
        </p:nvSpPr>
        <p:spPr>
          <a:xfrm>
            <a:off x="576000" y="576072"/>
            <a:ext cx="7623175" cy="7043928"/>
          </a:xfrm>
        </p:spPr>
        <p:txBody>
          <a:bodyPr/>
          <a:lstStyle/>
          <a:p>
            <a:r>
              <a:rPr lang="en-US" dirty="0"/>
              <a:t>42/68pt text, add superscript number at end of claim and add source URL to speaker notes.</a:t>
            </a:r>
            <a:r>
              <a:rPr lang="en-US" baseline="30000" dirty="0"/>
              <a:t>1</a:t>
            </a:r>
          </a:p>
        </p:txBody>
      </p:sp>
      <p:sp>
        <p:nvSpPr>
          <p:cNvPr id="4" name="stat_01">
            <a:extLst>
              <a:ext uri="{FF2B5EF4-FFF2-40B4-BE49-F238E27FC236}">
                <a16:creationId xmlns:a16="http://schemas.microsoft.com/office/drawing/2014/main" id="{4B696647-6AB9-AE34-9407-034FEB23EA3F}"/>
              </a:ext>
            </a:extLst>
          </p:cNvPr>
          <p:cNvSpPr>
            <a:spLocks noGrp="1"/>
          </p:cNvSpPr>
          <p:nvPr>
            <p:ph type="body" sz="quarter" idx="13"/>
          </p:nvPr>
        </p:nvSpPr>
        <p:spPr>
          <a:xfrm>
            <a:off x="576000" y="9628222"/>
            <a:ext cx="11050588" cy="3353065"/>
          </a:xfrm>
        </p:spPr>
        <p:txBody>
          <a:bodyPr/>
          <a:lstStyle/>
          <a:p>
            <a:r>
              <a:rPr lang="en-US" dirty="0"/>
              <a:t>↗︎00M</a:t>
            </a:r>
          </a:p>
        </p:txBody>
      </p:sp>
      <p:sp>
        <p:nvSpPr>
          <p:cNvPr id="25" name="stat_02_body">
            <a:extLst>
              <a:ext uri="{FF2B5EF4-FFF2-40B4-BE49-F238E27FC236}">
                <a16:creationId xmlns:a16="http://schemas.microsoft.com/office/drawing/2014/main" id="{91C1F40D-4BF1-A5B6-5480-FDEEC6291277}"/>
              </a:ext>
            </a:extLst>
          </p:cNvPr>
          <p:cNvSpPr>
            <a:spLocks noGrp="1"/>
          </p:cNvSpPr>
          <p:nvPr>
            <p:ph type="body" sz="quarter" idx="11"/>
          </p:nvPr>
        </p:nvSpPr>
        <p:spPr>
          <a:xfrm>
            <a:off x="12766675" y="576072"/>
            <a:ext cx="7620000" cy="7043928"/>
          </a:xfrm>
        </p:spPr>
        <p:txBody>
          <a:bodyPr/>
          <a:lstStyle/>
          <a:p>
            <a:r>
              <a:rPr lang="en-US" dirty="0"/>
              <a:t>42/68pt text, add superscript number at end of claim and add source URL to speaker notes.</a:t>
            </a:r>
            <a:r>
              <a:rPr lang="en-US" baseline="30000" dirty="0"/>
              <a:t>2</a:t>
            </a:r>
          </a:p>
        </p:txBody>
      </p:sp>
      <p:sp>
        <p:nvSpPr>
          <p:cNvPr id="5" name="stat_02">
            <a:extLst>
              <a:ext uri="{FF2B5EF4-FFF2-40B4-BE49-F238E27FC236}">
                <a16:creationId xmlns:a16="http://schemas.microsoft.com/office/drawing/2014/main" id="{EFFBC74B-123E-7DE9-16D3-07373B21ECD6}"/>
              </a:ext>
            </a:extLst>
          </p:cNvPr>
          <p:cNvSpPr>
            <a:spLocks noGrp="1"/>
          </p:cNvSpPr>
          <p:nvPr>
            <p:ph type="body" sz="quarter" idx="14"/>
          </p:nvPr>
        </p:nvSpPr>
        <p:spPr>
          <a:xfrm>
            <a:off x="12767422" y="9628222"/>
            <a:ext cx="11049000" cy="3354293"/>
          </a:xfrm>
        </p:spPr>
        <p:txBody>
          <a:bodyPr/>
          <a:lstStyle/>
          <a:p>
            <a:r>
              <a:rPr lang="en-US" dirty="0"/>
              <a:t>+00%</a:t>
            </a:r>
          </a:p>
        </p:txBody>
      </p:sp>
      <p:sp>
        <p:nvSpPr>
          <p:cNvPr id="8" name="slide_number">
            <a:extLst>
              <a:ext uri="{FF2B5EF4-FFF2-40B4-BE49-F238E27FC236}">
                <a16:creationId xmlns:a16="http://schemas.microsoft.com/office/drawing/2014/main" id="{3A2AD33F-AD8C-A3E1-CB1A-5790E67DA5FA}"/>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6</a:t>
            </a:fld>
            <a:endParaRPr lang="en-US" dirty="0"/>
          </a:p>
        </p:txBody>
      </p:sp>
      <p:sp>
        <p:nvSpPr>
          <p:cNvPr id="9" name="stat_attributions">
            <a:extLst>
              <a:ext uri="{FF2B5EF4-FFF2-40B4-BE49-F238E27FC236}">
                <a16:creationId xmlns:a16="http://schemas.microsoft.com/office/drawing/2014/main" id="{1CC74CE4-C25A-3847-5C1C-ADF299881F26}"/>
              </a:ext>
            </a:extLst>
          </p:cNvPr>
          <p:cNvSpPr txBox="1">
            <a:spLocks/>
          </p:cNvSpPr>
          <p:nvPr/>
        </p:nvSpPr>
        <p:spPr>
          <a:xfrm>
            <a:off x="12763500" y="12039600"/>
            <a:ext cx="4951413"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lvl1pPr marL="0" marR="0" indent="0" algn="l" defTabSz="2438400" rtl="0" latinLnBrk="0">
              <a:lnSpc>
                <a:spcPct val="100000"/>
              </a:lnSpc>
              <a:spcBef>
                <a:spcPts val="0"/>
              </a:spcBef>
              <a:spcAft>
                <a:spcPts val="0"/>
              </a:spcAft>
              <a:buClrTx/>
              <a:buSzTx/>
              <a:buFontTx/>
              <a:buNone/>
              <a:tabLst/>
              <a:defRPr sz="4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600" kern="0" dirty="0">
                <a:latin typeface="IBM Plex Sans" panose="020B0503050203000203" pitchFamily="34" charset="0"/>
              </a:rPr>
              <a:t>Source: 1. Lorem source name</a:t>
            </a:r>
            <a:br>
              <a:rPr lang="en-US" sz="1600" kern="0" dirty="0">
                <a:latin typeface="IBM Plex Sans" panose="020B0503050203000203" pitchFamily="34" charset="0"/>
              </a:rPr>
            </a:br>
            <a:r>
              <a:rPr lang="en-US" sz="1600" kern="0" dirty="0">
                <a:latin typeface="IBM Plex Sans" panose="020B0503050203000203" pitchFamily="34" charset="0"/>
              </a:rPr>
              <a:t>Source: 2. Lorem second source name</a:t>
            </a:r>
          </a:p>
        </p:txBody>
      </p:sp>
      <p:sp>
        <p:nvSpPr>
          <p:cNvPr id="2" name="brand_copyright_footer">
            <a:extLst>
              <a:ext uri="{FF2B5EF4-FFF2-40B4-BE49-F238E27FC236}">
                <a16:creationId xmlns:a16="http://schemas.microsoft.com/office/drawing/2014/main" id="{E1C4DF00-B1FC-0F71-7B11-FF5E5207136C}"/>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186958984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_backdrop" descr="Blue 10 quarter slide background">
            <a:extLst>
              <a:ext uri="{FF2B5EF4-FFF2-40B4-BE49-F238E27FC236}">
                <a16:creationId xmlns:a16="http://schemas.microsoft.com/office/drawing/2014/main" id="{979D7D03-F029-F4F9-0C87-49175BA2BECB}"/>
              </a:ext>
            </a:extLst>
          </p:cNvPr>
          <p:cNvSpPr/>
          <p:nvPr/>
        </p:nvSpPr>
        <p:spPr bwMode="auto">
          <a:xfrm>
            <a:off x="0" y="0"/>
            <a:ext cx="6096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title">
            <a:extLst>
              <a:ext uri="{FF2B5EF4-FFF2-40B4-BE49-F238E27FC236}">
                <a16:creationId xmlns:a16="http://schemas.microsoft.com/office/drawing/2014/main" id="{288CB7BD-9975-784F-2957-374A26198022}"/>
              </a:ext>
            </a:extLst>
          </p:cNvPr>
          <p:cNvSpPr>
            <a:spLocks noGrp="1"/>
          </p:cNvSpPr>
          <p:nvPr>
            <p:ph type="title"/>
          </p:nvPr>
        </p:nvSpPr>
        <p:spPr>
          <a:xfrm>
            <a:off x="576000" y="576072"/>
            <a:ext cx="4949825" cy="3284728"/>
          </a:xfrm>
        </p:spPr>
        <p:txBody>
          <a:bodyPr/>
          <a:lstStyle/>
          <a:p>
            <a:r>
              <a:rPr lang="en-US" dirty="0"/>
              <a:t>28/36/42pt headline, </a:t>
            </a:r>
            <a:br>
              <a:rPr lang="en-US" dirty="0"/>
            </a:br>
            <a:r>
              <a:rPr lang="en-US" dirty="0"/>
              <a:t>5 lines maximum, sentence case</a:t>
            </a:r>
          </a:p>
        </p:txBody>
      </p:sp>
      <p:sp>
        <p:nvSpPr>
          <p:cNvPr id="2" name="stat_01">
            <a:extLst>
              <a:ext uri="{FF2B5EF4-FFF2-40B4-BE49-F238E27FC236}">
                <a16:creationId xmlns:a16="http://schemas.microsoft.com/office/drawing/2014/main" id="{A12FA81B-2ED4-3D7D-96B6-348AE7E93064}"/>
              </a:ext>
            </a:extLst>
          </p:cNvPr>
          <p:cNvSpPr>
            <a:spLocks noGrp="1"/>
          </p:cNvSpPr>
          <p:nvPr>
            <p:ph type="body" sz="quarter" idx="15"/>
          </p:nvPr>
        </p:nvSpPr>
        <p:spPr>
          <a:xfrm>
            <a:off x="6667500" y="363093"/>
            <a:ext cx="4951413" cy="1907912"/>
          </a:xfrm>
        </p:spPr>
        <p:txBody>
          <a:bodyPr/>
          <a:lstStyle/>
          <a:p>
            <a:r>
              <a:rPr lang="en-US" dirty="0"/>
              <a:t>00%</a:t>
            </a:r>
          </a:p>
        </p:txBody>
      </p:sp>
      <p:sp>
        <p:nvSpPr>
          <p:cNvPr id="31" name="stat_01_body">
            <a:extLst>
              <a:ext uri="{FF2B5EF4-FFF2-40B4-BE49-F238E27FC236}">
                <a16:creationId xmlns:a16="http://schemas.microsoft.com/office/drawing/2014/main" id="{AC7CE861-E6DB-247C-047C-BDFEE1032FF9}"/>
              </a:ext>
            </a:extLst>
          </p:cNvPr>
          <p:cNvSpPr>
            <a:spLocks noGrp="1"/>
          </p:cNvSpPr>
          <p:nvPr>
            <p:ph type="body" sz="quarter" idx="12"/>
          </p:nvPr>
        </p:nvSpPr>
        <p:spPr>
          <a:xfrm>
            <a:off x="6667500" y="2333067"/>
            <a:ext cx="4951413" cy="9862108"/>
          </a:xfrm>
        </p:spPr>
        <p:txBody>
          <a:bodyPr/>
          <a:lstStyle/>
          <a:p>
            <a:r>
              <a:rPr lang="en-US" dirty="0"/>
              <a:t>28/36/42pt text superscript number at end of claim and add the source URL to speaker notes.</a:t>
            </a:r>
            <a:r>
              <a:rPr lang="en-US" baseline="30000" dirty="0"/>
              <a:t>1</a:t>
            </a:r>
          </a:p>
          <a:p>
            <a:endParaRPr lang="en-US" dirty="0"/>
          </a:p>
        </p:txBody>
      </p:sp>
      <p:sp>
        <p:nvSpPr>
          <p:cNvPr id="8" name="stat_02">
            <a:extLst>
              <a:ext uri="{FF2B5EF4-FFF2-40B4-BE49-F238E27FC236}">
                <a16:creationId xmlns:a16="http://schemas.microsoft.com/office/drawing/2014/main" id="{C1340564-848A-490A-6BD2-DB6247C82C27}"/>
              </a:ext>
            </a:extLst>
          </p:cNvPr>
          <p:cNvSpPr>
            <a:spLocks noGrp="1"/>
          </p:cNvSpPr>
          <p:nvPr>
            <p:ph type="body" sz="quarter" idx="16"/>
          </p:nvPr>
        </p:nvSpPr>
        <p:spPr>
          <a:xfrm>
            <a:off x="12780000" y="359806"/>
            <a:ext cx="4949825" cy="1906588"/>
          </a:xfrm>
        </p:spPr>
        <p:txBody>
          <a:bodyPr/>
          <a:lstStyle/>
          <a:p>
            <a:r>
              <a:rPr lang="en-US" dirty="0"/>
              <a:t>00%</a:t>
            </a:r>
          </a:p>
        </p:txBody>
      </p:sp>
      <p:sp>
        <p:nvSpPr>
          <p:cNvPr id="32" name="stat_02_body">
            <a:extLst>
              <a:ext uri="{FF2B5EF4-FFF2-40B4-BE49-F238E27FC236}">
                <a16:creationId xmlns:a16="http://schemas.microsoft.com/office/drawing/2014/main" id="{3F64201B-E9FE-BA8B-866C-103FC5C6F732}"/>
              </a:ext>
            </a:extLst>
          </p:cNvPr>
          <p:cNvSpPr>
            <a:spLocks noGrp="1"/>
          </p:cNvSpPr>
          <p:nvPr>
            <p:ph type="body" sz="quarter" idx="13"/>
          </p:nvPr>
        </p:nvSpPr>
        <p:spPr>
          <a:xfrm>
            <a:off x="12780000" y="2334654"/>
            <a:ext cx="4953000" cy="9862108"/>
          </a:xfrm>
        </p:spPr>
        <p:txBody>
          <a:bodyPr/>
          <a:lstStyle/>
          <a:p>
            <a:r>
              <a:rPr lang="en-US" dirty="0"/>
              <a:t>28/36/42pt text superscript number at end of claim and add the source URL to speaker notes.</a:t>
            </a:r>
            <a:r>
              <a:rPr lang="en-US" baseline="30000" dirty="0"/>
              <a:t>2</a:t>
            </a:r>
          </a:p>
        </p:txBody>
      </p:sp>
      <p:sp>
        <p:nvSpPr>
          <p:cNvPr id="9" name="stat_03">
            <a:extLst>
              <a:ext uri="{FF2B5EF4-FFF2-40B4-BE49-F238E27FC236}">
                <a16:creationId xmlns:a16="http://schemas.microsoft.com/office/drawing/2014/main" id="{CA84FD69-8106-18AB-0917-1042E8CFAA58}"/>
              </a:ext>
            </a:extLst>
          </p:cNvPr>
          <p:cNvSpPr>
            <a:spLocks noGrp="1"/>
          </p:cNvSpPr>
          <p:nvPr>
            <p:ph type="body" sz="quarter" idx="17"/>
          </p:nvPr>
        </p:nvSpPr>
        <p:spPr>
          <a:xfrm>
            <a:off x="18859500" y="362979"/>
            <a:ext cx="4949825" cy="1903413"/>
          </a:xfrm>
        </p:spPr>
        <p:txBody>
          <a:bodyPr/>
          <a:lstStyle/>
          <a:p>
            <a:r>
              <a:rPr lang="en-US" dirty="0"/>
              <a:t>00%</a:t>
            </a:r>
          </a:p>
        </p:txBody>
      </p:sp>
      <p:sp>
        <p:nvSpPr>
          <p:cNvPr id="33" name="stat_03_body">
            <a:extLst>
              <a:ext uri="{FF2B5EF4-FFF2-40B4-BE49-F238E27FC236}">
                <a16:creationId xmlns:a16="http://schemas.microsoft.com/office/drawing/2014/main" id="{C20245AA-A7C6-82E4-1261-8401B3953298}"/>
              </a:ext>
            </a:extLst>
          </p:cNvPr>
          <p:cNvSpPr>
            <a:spLocks noGrp="1"/>
          </p:cNvSpPr>
          <p:nvPr>
            <p:ph type="body" sz="quarter" idx="14"/>
          </p:nvPr>
        </p:nvSpPr>
        <p:spPr>
          <a:xfrm>
            <a:off x="18859500" y="2333067"/>
            <a:ext cx="4953000" cy="9862108"/>
          </a:xfrm>
        </p:spPr>
        <p:txBody>
          <a:bodyPr/>
          <a:lstStyle/>
          <a:p>
            <a:r>
              <a:rPr lang="en-US" dirty="0"/>
              <a:t>28/36/42pt text superscript number at end of claim and add the source URL to speaker notes.</a:t>
            </a:r>
            <a:r>
              <a:rPr lang="en-US" baseline="30000" dirty="0"/>
              <a:t>3</a:t>
            </a:r>
          </a:p>
        </p:txBody>
      </p:sp>
      <p:sp>
        <p:nvSpPr>
          <p:cNvPr id="4" name="stat_attributions">
            <a:extLst>
              <a:ext uri="{FF2B5EF4-FFF2-40B4-BE49-F238E27FC236}">
                <a16:creationId xmlns:a16="http://schemas.microsoft.com/office/drawing/2014/main" id="{61F0655D-F7DE-3F82-1F25-6A3D382399B0}"/>
              </a:ext>
            </a:extLst>
          </p:cNvPr>
          <p:cNvSpPr>
            <a:spLocks noGrp="1"/>
          </p:cNvSpPr>
          <p:nvPr>
            <p:ph type="body" sz="quarter" idx="11"/>
          </p:nvPr>
        </p:nvSpPr>
        <p:spPr>
          <a:xfrm>
            <a:off x="6670675" y="12058650"/>
            <a:ext cx="4951413" cy="1143000"/>
          </a:xfrm>
        </p:spPr>
        <p:txBody>
          <a:bodyPr/>
          <a:lstStyle/>
          <a:p>
            <a:r>
              <a:rPr lang="en-US" dirty="0"/>
              <a:t>Source: 1. Lorem source name</a:t>
            </a:r>
            <a:br>
              <a:rPr lang="en-US" dirty="0"/>
            </a:br>
            <a:r>
              <a:rPr lang="en-US" dirty="0"/>
              <a:t>Source: 2. Lorem second source name</a:t>
            </a:r>
            <a:br>
              <a:rPr lang="en-US" dirty="0"/>
            </a:br>
            <a:r>
              <a:rPr lang="en-US" dirty="0"/>
              <a:t>Source: 3. Lorem third source name</a:t>
            </a:r>
          </a:p>
        </p:txBody>
      </p:sp>
      <p:sp>
        <p:nvSpPr>
          <p:cNvPr id="11" name="slide_number">
            <a:extLst>
              <a:ext uri="{FF2B5EF4-FFF2-40B4-BE49-F238E27FC236}">
                <a16:creationId xmlns:a16="http://schemas.microsoft.com/office/drawing/2014/main" id="{081F1433-D1F8-C656-E4E2-DD5C99D7D410}"/>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7</a:t>
            </a:fld>
            <a:endParaRPr lang="en-US" dirty="0"/>
          </a:p>
        </p:txBody>
      </p:sp>
      <p:cxnSp>
        <p:nvCxnSpPr>
          <p:cNvPr id="5" name="decor_stat_02_03_separator" descr="Vertical column divider">
            <a:extLst>
              <a:ext uri="{FF2B5EF4-FFF2-40B4-BE49-F238E27FC236}">
                <a16:creationId xmlns:a16="http://schemas.microsoft.com/office/drawing/2014/main" id="{EC842AE4-0D79-7C35-40CD-1AA6A1D61E0B}"/>
              </a:ext>
            </a:extLst>
          </p:cNvPr>
          <p:cNvCxnSpPr>
            <a:cxnSpLocks/>
          </p:cNvCxnSpPr>
          <p:nvPr/>
        </p:nvCxnSpPr>
        <p:spPr bwMode="auto">
          <a:xfrm>
            <a:off x="18288000" y="570103"/>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decor_stat_01_02_separator" descr="Vertical column divider">
            <a:extLst>
              <a:ext uri="{FF2B5EF4-FFF2-40B4-BE49-F238E27FC236}">
                <a16:creationId xmlns:a16="http://schemas.microsoft.com/office/drawing/2014/main" id="{93CC15A8-0819-1B04-37B0-7A40F1221FAC}"/>
              </a:ext>
            </a:extLst>
          </p:cNvPr>
          <p:cNvCxnSpPr>
            <a:cxnSpLocks/>
          </p:cNvCxnSpPr>
          <p:nvPr/>
        </p:nvCxnSpPr>
        <p:spPr bwMode="auto">
          <a:xfrm>
            <a:off x="12192000" y="570103"/>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brand_footer_copyright">
            <a:extLst>
              <a:ext uri="{FF2B5EF4-FFF2-40B4-BE49-F238E27FC236}">
                <a16:creationId xmlns:a16="http://schemas.microsoft.com/office/drawing/2014/main" id="{5DD4D36B-96E8-61B2-B643-36A7F1F325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7396684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_backdrop" descr="Blue 10 half slide background">
            <a:extLst>
              <a:ext uri="{FF2B5EF4-FFF2-40B4-BE49-F238E27FC236}">
                <a16:creationId xmlns:a16="http://schemas.microsoft.com/office/drawing/2014/main" id="{9A905494-9632-146E-A010-3FB0390CDFB4}"/>
              </a:ext>
            </a:extLst>
          </p:cNvPr>
          <p:cNvSpPr/>
          <p:nvPr/>
        </p:nvSpPr>
        <p:spPr bwMode="auto">
          <a:xfrm>
            <a:off x="0" y="0"/>
            <a:ext cx="12192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a:extLst>
              <a:ext uri="{FF2B5EF4-FFF2-40B4-BE49-F238E27FC236}">
                <a16:creationId xmlns:a16="http://schemas.microsoft.com/office/drawing/2014/main" id="{CFCEF21C-27B5-5BD7-B916-D2EA36863328}"/>
              </a:ext>
            </a:extLst>
          </p:cNvPr>
          <p:cNvSpPr>
            <a:spLocks noGrp="1"/>
          </p:cNvSpPr>
          <p:nvPr>
            <p:ph type="title"/>
          </p:nvPr>
        </p:nvSpPr>
        <p:spPr>
          <a:xfrm>
            <a:off x="576000" y="384048"/>
            <a:ext cx="11039476" cy="4210176"/>
          </a:xfrm>
        </p:spPr>
        <p:txBody>
          <a:bodyPr/>
          <a:lstStyle/>
          <a:p>
            <a:r>
              <a:rPr lang="en-US" dirty="0"/>
              <a:t>68/84pt headline, 3 lines maximum, sentence case</a:t>
            </a:r>
          </a:p>
        </p:txBody>
      </p:sp>
      <p:sp>
        <p:nvSpPr>
          <p:cNvPr id="3" name="item_01_header">
            <a:extLst>
              <a:ext uri="{FF2B5EF4-FFF2-40B4-BE49-F238E27FC236}">
                <a16:creationId xmlns:a16="http://schemas.microsoft.com/office/drawing/2014/main" id="{D6236602-67CE-96C1-8874-219512AB481C}"/>
              </a:ext>
            </a:extLst>
          </p:cNvPr>
          <p:cNvSpPr>
            <a:spLocks noGrp="1"/>
          </p:cNvSpPr>
          <p:nvPr>
            <p:ph type="body" sz="quarter" idx="16"/>
          </p:nvPr>
        </p:nvSpPr>
        <p:spPr>
          <a:xfrm>
            <a:off x="12780000" y="576072"/>
            <a:ext cx="4953000" cy="1877761"/>
          </a:xfrm>
        </p:spPr>
        <p:txBody>
          <a:bodyPr/>
          <a:lstStyle/>
          <a:p>
            <a:r>
              <a:rPr lang="en-US" dirty="0"/>
              <a:t>28/36pt text, 3 lines maximum, sentence case</a:t>
            </a:r>
          </a:p>
        </p:txBody>
      </p:sp>
      <p:sp>
        <p:nvSpPr>
          <p:cNvPr id="5" name="item_01_body">
            <a:extLst>
              <a:ext uri="{FF2B5EF4-FFF2-40B4-BE49-F238E27FC236}">
                <a16:creationId xmlns:a16="http://schemas.microsoft.com/office/drawing/2014/main" id="{313576C3-E5F3-E003-50F0-F52E5B1339E8}"/>
              </a:ext>
            </a:extLst>
          </p:cNvPr>
          <p:cNvSpPr>
            <a:spLocks noGrp="1"/>
          </p:cNvSpPr>
          <p:nvPr>
            <p:ph type="body" sz="quarter" idx="18"/>
          </p:nvPr>
        </p:nvSpPr>
        <p:spPr>
          <a:xfrm>
            <a:off x="12780000" y="3047999"/>
            <a:ext cx="4953000" cy="9153525"/>
          </a:xfrm>
        </p:spPr>
        <p:txBody>
          <a:bodyPr/>
          <a:lstStyle/>
          <a:p>
            <a:r>
              <a:rPr lang="en-US" dirty="0"/>
              <a:t>Lorem ipsum dolor sit amet, consectetur adipiscing elit. Sed at sem erat. Vivamus a pulvinar sapien. Orci varius natoque penatibus et magnis dis parturient montes, nascetur ridiculus mus.</a:t>
            </a:r>
            <a:br>
              <a:rPr lang="en-US" dirty="0"/>
            </a:br>
            <a:endParaRPr lang="en-US" dirty="0"/>
          </a:p>
          <a:p>
            <a:r>
              <a:rPr lang="en-US" dirty="0"/>
              <a:t>Ornare urna sed elementum. Praesent sit amet lorem laoreet, efficitur nunc vel, tempus odio. Fusce aliquam tellus quis tortor sagittis luctus. Aliquam ac risus scelerisque, aliquam orci quis, iaculis urna. Proin dapibus porta mollis.</a:t>
            </a:r>
            <a:br>
              <a:rPr lang="en-US" dirty="0"/>
            </a:br>
            <a:endParaRPr lang="en-US" dirty="0"/>
          </a:p>
          <a:p>
            <a:r>
              <a:rPr lang="en-US" dirty="0"/>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4" name="item_02_header">
            <a:extLst>
              <a:ext uri="{FF2B5EF4-FFF2-40B4-BE49-F238E27FC236}">
                <a16:creationId xmlns:a16="http://schemas.microsoft.com/office/drawing/2014/main" id="{67A9CCCE-DF39-3BAB-0F35-D743DD761B3A}"/>
              </a:ext>
            </a:extLst>
          </p:cNvPr>
          <p:cNvSpPr>
            <a:spLocks noGrp="1"/>
          </p:cNvSpPr>
          <p:nvPr>
            <p:ph type="body" sz="quarter" idx="17"/>
          </p:nvPr>
        </p:nvSpPr>
        <p:spPr>
          <a:xfrm>
            <a:off x="18859500" y="576072"/>
            <a:ext cx="4959350" cy="1877761"/>
          </a:xfrm>
        </p:spPr>
        <p:txBody>
          <a:bodyPr/>
          <a:lstStyle/>
          <a:p>
            <a:r>
              <a:rPr lang="en-US" dirty="0"/>
              <a:t>28/36pt text, 3 lines maximum, sentence case</a:t>
            </a:r>
          </a:p>
        </p:txBody>
      </p:sp>
      <p:sp>
        <p:nvSpPr>
          <p:cNvPr id="6" name="item_02_body">
            <a:extLst>
              <a:ext uri="{FF2B5EF4-FFF2-40B4-BE49-F238E27FC236}">
                <a16:creationId xmlns:a16="http://schemas.microsoft.com/office/drawing/2014/main" id="{D81C034C-3694-08F0-0CDE-191D431A51CF}"/>
              </a:ext>
            </a:extLst>
          </p:cNvPr>
          <p:cNvSpPr>
            <a:spLocks noGrp="1"/>
          </p:cNvSpPr>
          <p:nvPr>
            <p:ph type="body" sz="quarter" idx="19"/>
          </p:nvPr>
        </p:nvSpPr>
        <p:spPr>
          <a:xfrm>
            <a:off x="18862675" y="3047999"/>
            <a:ext cx="4953000" cy="9153524"/>
          </a:xfrm>
        </p:spPr>
        <p:txBody>
          <a:bodyPr/>
          <a:lstStyle/>
          <a:p>
            <a:r>
              <a:rPr lang="en-US" dirty="0"/>
              <a:t>Lorem ipsum dolor sit amet, consectetur adipiscing elit. Sed at sem erat. Vivamus a pulvinar sapien. Orci varius natoque penatibus et magnis dis parturient montes, nascetur ridiculus mus. </a:t>
            </a:r>
            <a:br>
              <a:rPr lang="en-US" dirty="0"/>
            </a:br>
            <a:endParaRPr lang="en-US" dirty="0"/>
          </a:p>
          <a:p>
            <a:r>
              <a:rPr lang="en-US" dirty="0"/>
              <a:t>Quisque bibendum ornare urna sed elementum. Praesent sit amet lorem laoreet, efficitur nunc vel, tempus odio. Fusce aliquam tellus quis tortor sagittis luctus. Aliquam ac risus scelerisque, aliquam orci quis, iaculis urna. Proin dapibus porta mollis.</a:t>
            </a:r>
            <a:br>
              <a:rPr lang="en-US" dirty="0"/>
            </a:br>
            <a:endParaRPr lang="en-US" dirty="0"/>
          </a:p>
          <a:p>
            <a:r>
              <a:rPr lang="en-US" dirty="0"/>
              <a:t>Nulla eu mattis elit, efficitur scelerisque velit. Vestibulum viverra, ante ac placerat pulvinar, erat risus pellentesque urna, ac posuere nibh nulla eu mi. Fusce scelerisque ultrices eros quis dignissim.</a:t>
            </a:r>
          </a:p>
          <a:p>
            <a:endParaRPr lang="en-US" dirty="0"/>
          </a:p>
        </p:txBody>
      </p:sp>
      <p:sp>
        <p:nvSpPr>
          <p:cNvPr id="9" name="brand_footer_copyright">
            <a:extLst>
              <a:ext uri="{FF2B5EF4-FFF2-40B4-BE49-F238E27FC236}">
                <a16:creationId xmlns:a16="http://schemas.microsoft.com/office/drawing/2014/main" id="{26F77BD6-8F53-AFCC-B005-6A5E46C3BA65}"/>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E052427A-70AA-F4CA-4D95-12A9702D330F}"/>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8</a:t>
            </a:fld>
            <a:endParaRPr lang="en-US" dirty="0"/>
          </a:p>
        </p:txBody>
      </p:sp>
      <p:cxnSp>
        <p:nvCxnSpPr>
          <p:cNvPr id="11" name="decor_item_01_02_separator" descr="Vertical column divider">
            <a:extLst>
              <a:ext uri="{FF2B5EF4-FFF2-40B4-BE49-F238E27FC236}">
                <a16:creationId xmlns:a16="http://schemas.microsoft.com/office/drawing/2014/main" id="{45CCE0BE-7399-638F-6BCA-25262C7820A8}"/>
              </a:ext>
            </a:extLst>
          </p:cNvPr>
          <p:cNvCxnSpPr>
            <a:cxnSpLocks/>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882611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82AAA82-CFDC-60B5-2162-DE9169C08F6A}"/>
              </a:ext>
            </a:extLst>
          </p:cNvPr>
          <p:cNvSpPr>
            <a:spLocks noGrp="1"/>
          </p:cNvSpPr>
          <p:nvPr>
            <p:ph type="title"/>
          </p:nvPr>
        </p:nvSpPr>
        <p:spPr>
          <a:xfrm>
            <a:off x="576000" y="576072"/>
            <a:ext cx="7424927" cy="1906588"/>
          </a:xfrm>
        </p:spPr>
        <p:txBody>
          <a:bodyPr/>
          <a:lstStyle/>
          <a:p>
            <a:r>
              <a:rPr lang="en-US" dirty="0"/>
              <a:t>28/36/42pt headline, 3 lines maximum, sentence case</a:t>
            </a:r>
          </a:p>
        </p:txBody>
      </p:sp>
      <p:sp>
        <p:nvSpPr>
          <p:cNvPr id="3" name="body_left">
            <a:extLst>
              <a:ext uri="{FF2B5EF4-FFF2-40B4-BE49-F238E27FC236}">
                <a16:creationId xmlns:a16="http://schemas.microsoft.com/office/drawing/2014/main" id="{86AC72F0-44AC-8897-BB5A-5B9A1F79A552}"/>
              </a:ext>
            </a:extLst>
          </p:cNvPr>
          <p:cNvSpPr>
            <a:spLocks noGrp="1"/>
          </p:cNvSpPr>
          <p:nvPr>
            <p:ph type="body" sz="quarter" idx="11"/>
          </p:nvPr>
        </p:nvSpPr>
        <p:spPr>
          <a:xfrm>
            <a:off x="576000" y="3047999"/>
            <a:ext cx="10099675" cy="9153524"/>
          </a:xfrm>
        </p:spPr>
        <p:txBody>
          <a:bodyPr/>
          <a:lstStyle/>
          <a:p>
            <a:r>
              <a:rPr lang="en-US" dirty="0"/>
              <a:t>28/36pt text Lorem ipsum dolor sit amet, consectetur adipiscing elit. Sed at sem erat. Vivamus a pulvinar sapien. Orci varius natoque penatibus et magnis dis parturient montes, nascetur ridiculus mus. Quisque bibendum ornare urna sed elementum.</a:t>
            </a:r>
          </a:p>
        </p:txBody>
      </p:sp>
      <p:sp>
        <p:nvSpPr>
          <p:cNvPr id="4" name="body_right">
            <a:extLst>
              <a:ext uri="{FF2B5EF4-FFF2-40B4-BE49-F238E27FC236}">
                <a16:creationId xmlns:a16="http://schemas.microsoft.com/office/drawing/2014/main" id="{1420A861-6A4D-FA7D-F08D-8D8F8CD6E5D3}"/>
              </a:ext>
            </a:extLst>
          </p:cNvPr>
          <p:cNvSpPr>
            <a:spLocks noGrp="1"/>
          </p:cNvSpPr>
          <p:nvPr>
            <p:ph type="body" sz="quarter" idx="12"/>
          </p:nvPr>
        </p:nvSpPr>
        <p:spPr>
          <a:xfrm>
            <a:off x="12780000" y="3047999"/>
            <a:ext cx="10096500" cy="9153525"/>
          </a:xfrm>
        </p:spPr>
        <p:txBody>
          <a:bodyPr/>
          <a:lstStyle/>
          <a:p>
            <a:r>
              <a:rPr lang="en-US" dirty="0"/>
              <a:t>28/36pt text Lorem ipsum dolor sit amet, consectetur adipiscing elit. Sed at sem erat. Vivamus a pulvinar sapien. Orci varius natoque penatibus et magnis dis parturient montes, nascetur ridiculus mus. Quisque bibendum ornare urna sed elementum.</a:t>
            </a:r>
          </a:p>
        </p:txBody>
      </p:sp>
      <p:sp>
        <p:nvSpPr>
          <p:cNvPr id="7" name="brand_footer_copyright">
            <a:extLst>
              <a:ext uri="{FF2B5EF4-FFF2-40B4-BE49-F238E27FC236}">
                <a16:creationId xmlns:a16="http://schemas.microsoft.com/office/drawing/2014/main" id="{14019FA0-AF71-5184-B3FC-550EF95611EC}"/>
              </a:ext>
            </a:extLst>
          </p:cNvPr>
          <p:cNvSpPr>
            <a:spLocks noGrp="1"/>
          </p:cNvSpPr>
          <p:nvPr>
            <p:ph type="ftr" sz="quarter" idx="18"/>
          </p:nvPr>
        </p:nvSpPr>
        <p:spPr>
          <a:xfrm>
            <a:off x="576000" y="12816000"/>
            <a:ext cx="4956176" cy="381000"/>
          </a:xfrm>
        </p:spPr>
        <p:txBody>
          <a:bodyPr/>
          <a:lstStyle/>
          <a:p>
            <a:endParaRPr lang="en-US" dirty="0"/>
          </a:p>
        </p:txBody>
      </p:sp>
      <p:sp>
        <p:nvSpPr>
          <p:cNvPr id="6" name="slide_number">
            <a:extLst>
              <a:ext uri="{FF2B5EF4-FFF2-40B4-BE49-F238E27FC236}">
                <a16:creationId xmlns:a16="http://schemas.microsoft.com/office/drawing/2014/main" id="{21070B66-2BBA-1AC0-94A3-1D4E1994AFAC}"/>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9</a:t>
            </a:fld>
            <a:endParaRPr lang="en-US" dirty="0"/>
          </a:p>
        </p:txBody>
      </p:sp>
    </p:spTree>
    <p:extLst>
      <p:ext uri="{BB962C8B-B14F-4D97-AF65-F5344CB8AC3E}">
        <p14:creationId xmlns:p14="http://schemas.microsoft.com/office/powerpoint/2010/main" val="318296206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F96D0C5-C466-7651-C803-A1C22A7FB195}"/>
              </a:ext>
            </a:extLst>
          </p:cNvPr>
          <p:cNvSpPr>
            <a:spLocks noGrp="1"/>
          </p:cNvSpPr>
          <p:nvPr>
            <p:ph type="title"/>
          </p:nvPr>
        </p:nvSpPr>
        <p:spPr>
          <a:xfrm>
            <a:off x="576000" y="576072"/>
            <a:ext cx="4942078" cy="1525588"/>
          </a:xfrm>
        </p:spPr>
        <p:txBody>
          <a:bodyPr/>
          <a:lstStyle/>
          <a:p>
            <a:r>
              <a:rPr lang="en-US" dirty="0"/>
              <a:t>28/36/42pt headline, 3 lines maximum, sentence case</a:t>
            </a:r>
          </a:p>
        </p:txBody>
      </p:sp>
      <p:sp>
        <p:nvSpPr>
          <p:cNvPr id="3" name="item_01">
            <a:extLst>
              <a:ext uri="{FF2B5EF4-FFF2-40B4-BE49-F238E27FC236}">
                <a16:creationId xmlns:a16="http://schemas.microsoft.com/office/drawing/2014/main" id="{184C7C39-9633-CBD7-61B5-DFBB41024312}"/>
              </a:ext>
            </a:extLst>
          </p:cNvPr>
          <p:cNvSpPr>
            <a:spLocks noGrp="1"/>
          </p:cNvSpPr>
          <p:nvPr>
            <p:ph type="body" sz="quarter" idx="11"/>
          </p:nvPr>
        </p:nvSpPr>
        <p:spPr>
          <a:xfrm>
            <a:off x="576000" y="3047999"/>
            <a:ext cx="4956175" cy="9153525"/>
          </a:xfrm>
        </p:spPr>
        <p:txBody>
          <a:bodyPr/>
          <a:lstStyle/>
          <a:p>
            <a:r>
              <a:rPr lang="en-US" dirty="0"/>
              <a:t>Lorem ipsum dolor sit amet, consectetur adipiscing elit. Sed at sem erat. Vivamus a pulvinar sapien. Orci natoque penatibus et magnis dis parturient montes, nascetur ridiculus mus. </a:t>
            </a:r>
          </a:p>
          <a:p>
            <a:endParaRPr lang="en-US" dirty="0"/>
          </a:p>
          <a:p>
            <a:r>
              <a:rPr lang="en-US" dirty="0"/>
              <a:t>Ornare urna sed elementum. Praesent sit amet lorem laoreet, efficitur nunc  tempus odio. Fusce aliquam tellus quis tortor vel sagittis luctus. Aliquam risus scelerisque, aliquam orci quis, iaculis urna. Proin dapibus porta mollis.</a:t>
            </a:r>
          </a:p>
          <a:p>
            <a:endParaRPr lang="en-US" dirty="0"/>
          </a:p>
          <a:p>
            <a:r>
              <a:rPr lang="en-US" dirty="0"/>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4" name="item_02">
            <a:extLst>
              <a:ext uri="{FF2B5EF4-FFF2-40B4-BE49-F238E27FC236}">
                <a16:creationId xmlns:a16="http://schemas.microsoft.com/office/drawing/2014/main" id="{D33B0A6B-7EBC-C1EF-B517-DF988599819E}"/>
              </a:ext>
            </a:extLst>
          </p:cNvPr>
          <p:cNvSpPr>
            <a:spLocks noGrp="1"/>
          </p:cNvSpPr>
          <p:nvPr>
            <p:ph type="body" sz="quarter" idx="12"/>
          </p:nvPr>
        </p:nvSpPr>
        <p:spPr>
          <a:xfrm>
            <a:off x="6670675" y="3047999"/>
            <a:ext cx="4951413" cy="9153525"/>
          </a:xfrm>
        </p:spPr>
        <p:txBody>
          <a:bodyPr/>
          <a:lstStyle/>
          <a:p>
            <a:r>
              <a:rPr lang="en-US" dirty="0"/>
              <a:t>Lorem ipsum dolor sit amet, consectetur adipiscing elit. Sed at sem erat. Vivamus pulvinar a sapien. Orci natoque penatibus </a:t>
            </a:r>
            <a:br>
              <a:rPr lang="en-US" dirty="0"/>
            </a:br>
            <a:r>
              <a:rPr lang="en-US" dirty="0"/>
              <a:t>et magnis dis parturient montes, nascetur ridiculus mus. Quisque bibendum ornare urna sed elementum. Praesent sit amet lorem laoreet, efficitur nunc vel, tempus odio. Fusce aliquam tellus quis ac tortor sagittis luctus. Aliquam risus scelerisque, aliquam orci quis, iaculis urna. Proin dapibus porta mollis.</a:t>
            </a:r>
          </a:p>
          <a:p>
            <a:endParaRPr lang="en-US" dirty="0"/>
          </a:p>
          <a:p>
            <a:r>
              <a:rPr lang="en-US" dirty="0"/>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a:p>
            <a:endParaRPr lang="en-US" dirty="0"/>
          </a:p>
        </p:txBody>
      </p:sp>
      <p:sp>
        <p:nvSpPr>
          <p:cNvPr id="5" name="item_03">
            <a:extLst>
              <a:ext uri="{FF2B5EF4-FFF2-40B4-BE49-F238E27FC236}">
                <a16:creationId xmlns:a16="http://schemas.microsoft.com/office/drawing/2014/main" id="{AF4D4D58-58A1-58F0-31E7-3F69652A10D4}"/>
              </a:ext>
            </a:extLst>
          </p:cNvPr>
          <p:cNvSpPr>
            <a:spLocks noGrp="1"/>
          </p:cNvSpPr>
          <p:nvPr>
            <p:ph type="body" sz="quarter" idx="13"/>
          </p:nvPr>
        </p:nvSpPr>
        <p:spPr>
          <a:xfrm>
            <a:off x="12780000" y="3047999"/>
            <a:ext cx="4953000" cy="9153525"/>
          </a:xfrm>
        </p:spPr>
        <p:txBody>
          <a:bodyPr/>
          <a:lstStyle/>
          <a:p>
            <a:r>
              <a:rPr lang="en-US" dirty="0"/>
              <a:t>Lorem ipsum dolor sit amet, consectetur adipiscing elit. Sed at sem erat. Vivamus a pulvinar sapien. Orci natoque penatibus et magnis dis parturient montes, nascetur ridiculus mus. </a:t>
            </a:r>
          </a:p>
          <a:p>
            <a:endParaRPr lang="en-US" dirty="0"/>
          </a:p>
          <a:p>
            <a:r>
              <a:rPr lang="en-US" dirty="0"/>
              <a:t>Ornare urna sed elementum. Praesent sit amet lorem laoreet, efficitur nunc  tempus odio. Fusce aliquam tellus quis tortor vel sagittis luctus. Aliquam risus scelerisque, aliquam orci quis, iaculis urna. Proin dapibus porta mollis.</a:t>
            </a:r>
          </a:p>
          <a:p>
            <a:endParaRPr lang="en-US" dirty="0"/>
          </a:p>
          <a:p>
            <a:r>
              <a:rPr lang="en-US" dirty="0"/>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6" name="item_04">
            <a:extLst>
              <a:ext uri="{FF2B5EF4-FFF2-40B4-BE49-F238E27FC236}">
                <a16:creationId xmlns:a16="http://schemas.microsoft.com/office/drawing/2014/main" id="{B463072F-EEBD-D8A9-3F15-23041C657C87}"/>
              </a:ext>
            </a:extLst>
          </p:cNvPr>
          <p:cNvSpPr>
            <a:spLocks noGrp="1"/>
          </p:cNvSpPr>
          <p:nvPr>
            <p:ph type="body" sz="quarter" idx="14"/>
          </p:nvPr>
        </p:nvSpPr>
        <p:spPr>
          <a:xfrm>
            <a:off x="18862675" y="3047999"/>
            <a:ext cx="4959350" cy="9153525"/>
          </a:xfrm>
        </p:spPr>
        <p:txBody>
          <a:bodyPr/>
          <a:lstStyle/>
          <a:p>
            <a:r>
              <a:rPr lang="en-US" dirty="0"/>
              <a:t>Lorem ipsum dolor sit amet, consectetur adipiscing elit. Sed at sem erat. Vivamus a pulvinar sapien. Orci natoque penatibus et magnis dis parturient montes, nascetur ridiculus mus. </a:t>
            </a:r>
          </a:p>
          <a:p>
            <a:endParaRPr lang="en-US" dirty="0"/>
          </a:p>
          <a:p>
            <a:r>
              <a:rPr lang="en-US" dirty="0"/>
              <a:t>Quisque bibendum ornare urna sed elementum. Praesent sit amet lorem laoreet, efficitur nunc vel, tempus odio. Fusce aliquam tellus quis tortor sagittis luctus. Aliquam ac risus scelerisque, aliquam orci quis, iaculis urna. Proin dapibus porta mollis.</a:t>
            </a:r>
          </a:p>
          <a:p>
            <a:endParaRPr lang="en-US" dirty="0"/>
          </a:p>
          <a:p>
            <a:r>
              <a:rPr lang="en-US" dirty="0"/>
              <a:t>Nulla eu mattis elit, efficitur scelerisque velit. Vestibulum viverra, ante ac placerat pulvinar, erat risus pellentesque urna, ac posuere nibh nulla eu mi. Scelerisque ultrices eros quis dignissim.</a:t>
            </a:r>
          </a:p>
          <a:p>
            <a:endParaRPr lang="en-US" dirty="0"/>
          </a:p>
        </p:txBody>
      </p:sp>
      <p:sp>
        <p:nvSpPr>
          <p:cNvPr id="9" name="brand_footer_copyright">
            <a:extLst>
              <a:ext uri="{FF2B5EF4-FFF2-40B4-BE49-F238E27FC236}">
                <a16:creationId xmlns:a16="http://schemas.microsoft.com/office/drawing/2014/main" id="{3344CCF4-12E1-5A57-3C8E-91B323C17BC9}"/>
              </a:ext>
            </a:extLst>
          </p:cNvPr>
          <p:cNvSpPr>
            <a:spLocks noGrp="1"/>
          </p:cNvSpPr>
          <p:nvPr>
            <p:ph type="ftr" sz="quarter" idx="18"/>
          </p:nvPr>
        </p:nvSpPr>
        <p:spPr>
          <a:xfrm>
            <a:off x="581024" y="12823285"/>
            <a:ext cx="4956176" cy="381000"/>
          </a:xfrm>
        </p:spPr>
        <p:txBody>
          <a:bodyPr/>
          <a:lstStyle/>
          <a:p>
            <a:endParaRPr lang="en-US" dirty="0"/>
          </a:p>
        </p:txBody>
      </p:sp>
      <p:sp>
        <p:nvSpPr>
          <p:cNvPr id="8" name="slide_number">
            <a:extLst>
              <a:ext uri="{FF2B5EF4-FFF2-40B4-BE49-F238E27FC236}">
                <a16:creationId xmlns:a16="http://schemas.microsoft.com/office/drawing/2014/main" id="{C7CCAB02-CF14-91F5-C450-2445DEB60168}"/>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10</a:t>
            </a:fld>
            <a:endParaRPr lang="en-US" dirty="0"/>
          </a:p>
        </p:txBody>
      </p:sp>
    </p:spTree>
    <p:extLst>
      <p:ext uri="{BB962C8B-B14F-4D97-AF65-F5344CB8AC3E}">
        <p14:creationId xmlns:p14="http://schemas.microsoft.com/office/powerpoint/2010/main" val="19300689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title">
            <a:extLst>
              <a:ext uri="{FF2B5EF4-FFF2-40B4-BE49-F238E27FC236}">
                <a16:creationId xmlns:a16="http://schemas.microsoft.com/office/drawing/2014/main" id="{7EF91CD2-1A9C-9875-3435-E71CB3511398}"/>
              </a:ext>
            </a:extLst>
          </p:cNvPr>
          <p:cNvSpPr>
            <a:spLocks noGrp="1"/>
          </p:cNvSpPr>
          <p:nvPr>
            <p:ph type="title"/>
          </p:nvPr>
        </p:nvSpPr>
        <p:spPr>
          <a:xfrm>
            <a:off x="576072" y="576072"/>
            <a:ext cx="4949825" cy="2097087"/>
          </a:xfrm>
        </p:spPr>
        <p:txBody>
          <a:bodyPr/>
          <a:lstStyle/>
          <a:p>
            <a:r>
              <a:rPr lang="en-US" dirty="0"/>
              <a:t>24/28pt, 2 lines maximum, sentence case</a:t>
            </a:r>
          </a:p>
        </p:txBody>
      </p:sp>
      <p:sp>
        <p:nvSpPr>
          <p:cNvPr id="3" name="slide_title">
            <a:extLst>
              <a:ext uri="{FF2B5EF4-FFF2-40B4-BE49-F238E27FC236}">
                <a16:creationId xmlns:a16="http://schemas.microsoft.com/office/drawing/2014/main" id="{7906DA9C-E6C9-1381-E4A7-91487F145E48}"/>
              </a:ext>
            </a:extLst>
          </p:cNvPr>
          <p:cNvSpPr>
            <a:spLocks noGrp="1"/>
          </p:cNvSpPr>
          <p:nvPr>
            <p:ph type="body" sz="quarter" idx="11"/>
          </p:nvPr>
        </p:nvSpPr>
        <p:spPr>
          <a:xfrm>
            <a:off x="576000" y="3041650"/>
            <a:ext cx="4942078" cy="4578350"/>
          </a:xfrm>
        </p:spPr>
        <p:txBody>
          <a:bodyPr/>
          <a:lstStyle/>
          <a:p>
            <a:r>
              <a:rPr lang="en-US" dirty="0"/>
              <a:t>28/36/42pt headline, </a:t>
            </a:r>
            <a:br>
              <a:rPr lang="en-US" dirty="0"/>
            </a:br>
            <a:r>
              <a:rPr lang="en-US" dirty="0"/>
              <a:t>5 lines maximum, sentence case</a:t>
            </a:r>
          </a:p>
        </p:txBody>
      </p:sp>
      <p:pic>
        <p:nvPicPr>
          <p:cNvPr id="25" name="item_01_icon" descr="DevOps, Blue 60 pictogram">
            <a:extLst>
              <a:ext uri="{FF2B5EF4-FFF2-40B4-BE49-F238E27FC236}">
                <a16:creationId xmlns:a16="http://schemas.microsoft.com/office/drawing/2014/main" id="{EE1AF534-37D0-0209-6551-BC73EBB08054}"/>
              </a:ext>
            </a:extLst>
          </p:cNvPr>
          <p:cNvPicPr>
            <a:picLocks noGrp="1" noChangeAspect="1"/>
          </p:cNvPicPr>
          <p:nvPr>
            <p:ph type="pic" sz="quarter" idx="15"/>
          </p:nvPr>
        </p:nvPicPr>
        <p:blipFill>
          <a:blip r:embed="rId3">
            <a:extLst>
              <a:ext uri="{96DAC541-7B7A-43D3-8B79-37D633B846F1}">
                <asvg:svgBlip xmlns:asvg="http://schemas.microsoft.com/office/drawing/2016/SVG/main" r:embed="rId4"/>
              </a:ext>
            </a:extLst>
          </a:blip>
          <a:srcRect/>
          <a:stretch/>
        </p:blipFill>
        <p:spPr>
          <a:xfrm>
            <a:off x="6667500" y="576072"/>
            <a:ext cx="1216152" cy="1216152"/>
          </a:xfrm>
        </p:spPr>
      </p:pic>
      <p:sp>
        <p:nvSpPr>
          <p:cNvPr id="4" name="item_01_body">
            <a:extLst>
              <a:ext uri="{FF2B5EF4-FFF2-40B4-BE49-F238E27FC236}">
                <a16:creationId xmlns:a16="http://schemas.microsoft.com/office/drawing/2014/main" id="{C7B69501-1DBB-F743-8C94-3DCFFE03F26F}"/>
              </a:ext>
            </a:extLst>
          </p:cNvPr>
          <p:cNvSpPr>
            <a:spLocks noGrp="1"/>
          </p:cNvSpPr>
          <p:nvPr>
            <p:ph type="body" sz="quarter" idx="12"/>
          </p:nvPr>
        </p:nvSpPr>
        <p:spPr>
          <a:xfrm>
            <a:off x="6670675" y="3047999"/>
            <a:ext cx="4951413" cy="9153525"/>
          </a:xfrm>
        </p:spPr>
        <p:txBody>
          <a:bodyPr/>
          <a:lstStyle/>
          <a:p>
            <a:r>
              <a:rPr lang="en-US" dirty="0"/>
              <a:t>Lorem ipsum dolor sit </a:t>
            </a:r>
            <a:r>
              <a:rPr lang="en-US" dirty="0" err="1"/>
              <a:t>amet</a:t>
            </a:r>
            <a:r>
              <a:rPr lang="en-US" dirty="0"/>
              <a:t> </a:t>
            </a:r>
            <a:r>
              <a:rPr lang="en-US" dirty="0" err="1"/>
              <a:t>elit</a:t>
            </a:r>
            <a:r>
              <a:rPr lang="en-US" dirty="0"/>
              <a:t> </a:t>
            </a:r>
            <a:r>
              <a:rPr lang="en-US" dirty="0" err="1"/>
              <a:t>consectetur</a:t>
            </a:r>
            <a:r>
              <a:rPr lang="en-US" dirty="0"/>
              <a:t> </a:t>
            </a:r>
            <a:r>
              <a:rPr lang="en-US" dirty="0" err="1"/>
              <a:t>adipiscing</a:t>
            </a:r>
            <a:r>
              <a:rPr lang="en-US" dirty="0"/>
              <a:t> </a:t>
            </a:r>
            <a:r>
              <a:rPr lang="en-US" dirty="0" err="1"/>
              <a:t>elit</a:t>
            </a:r>
            <a:r>
              <a:rPr lang="en-US" dirty="0"/>
              <a:t>. Sed at </a:t>
            </a:r>
            <a:r>
              <a:rPr lang="en-US" dirty="0" err="1"/>
              <a:t>sem</a:t>
            </a:r>
            <a:r>
              <a:rPr lang="en-US" dirty="0"/>
              <a:t> </a:t>
            </a:r>
            <a:r>
              <a:rPr lang="en-US" dirty="0" err="1"/>
              <a:t>erat</a:t>
            </a:r>
            <a:r>
              <a:rPr lang="en-US" dirty="0"/>
              <a:t>. </a:t>
            </a:r>
            <a:r>
              <a:rPr lang="en-US" dirty="0" err="1"/>
              <a:t>Vivamus</a:t>
            </a:r>
            <a:r>
              <a:rPr lang="en-US" dirty="0"/>
              <a:t> a pulvinar </a:t>
            </a:r>
            <a:r>
              <a:rPr lang="en-US" dirty="0" err="1"/>
              <a:t>sapien</a:t>
            </a:r>
            <a:r>
              <a:rPr lang="en-US" dirty="0"/>
              <a:t>. Orci </a:t>
            </a:r>
            <a:r>
              <a:rPr lang="en-US" dirty="0" err="1"/>
              <a:t>varius</a:t>
            </a:r>
            <a:r>
              <a:rPr lang="en-US" dirty="0"/>
              <a:t> </a:t>
            </a:r>
            <a:r>
              <a:rPr lang="en-US" dirty="0" err="1"/>
              <a:t>natoque</a:t>
            </a:r>
            <a:r>
              <a:rPr lang="en-US" dirty="0"/>
              <a:t> </a:t>
            </a:r>
            <a:r>
              <a:rPr lang="en-US" dirty="0" err="1"/>
              <a:t>penatibus</a:t>
            </a:r>
            <a:r>
              <a:rPr lang="en-US" dirty="0"/>
              <a:t> et dis </a:t>
            </a:r>
            <a:r>
              <a:rPr lang="en-US" dirty="0" err="1"/>
              <a:t>magnis</a:t>
            </a:r>
            <a:r>
              <a:rPr lang="en-US" dirty="0"/>
              <a:t>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Quisque</a:t>
            </a:r>
            <a:r>
              <a:rPr lang="en-US" dirty="0"/>
              <a:t> </a:t>
            </a:r>
            <a:r>
              <a:rPr lang="en-US" dirty="0" err="1"/>
              <a:t>bibendum</a:t>
            </a:r>
            <a:r>
              <a:rPr lang="en-US" dirty="0"/>
              <a:t> </a:t>
            </a:r>
            <a:r>
              <a:rPr lang="en-US" dirty="0" err="1"/>
              <a:t>ornare</a:t>
            </a:r>
            <a:r>
              <a:rPr lang="en-US" dirty="0"/>
              <a:t> </a:t>
            </a:r>
            <a:r>
              <a:rPr lang="en-US" dirty="0" err="1"/>
              <a:t>urna</a:t>
            </a:r>
            <a:r>
              <a:rPr lang="en-US" dirty="0"/>
              <a:t> sed </a:t>
            </a:r>
            <a:r>
              <a:rPr lang="en-US" dirty="0" err="1"/>
              <a:t>elementum</a:t>
            </a:r>
            <a:r>
              <a:rPr lang="en-US" dirty="0"/>
              <a:t>.</a:t>
            </a:r>
          </a:p>
          <a:p>
            <a:endParaRPr lang="en-US" dirty="0"/>
          </a:p>
          <a:p>
            <a:r>
              <a:rPr lang="en-US" dirty="0" err="1"/>
              <a:t>Praesent</a:t>
            </a:r>
            <a:r>
              <a:rPr lang="en-US" dirty="0"/>
              <a:t> sit </a:t>
            </a:r>
            <a:r>
              <a:rPr lang="en-US" dirty="0" err="1"/>
              <a:t>amet</a:t>
            </a:r>
            <a:r>
              <a:rPr lang="en-US" dirty="0"/>
              <a:t> lorem </a:t>
            </a:r>
            <a:r>
              <a:rPr lang="en-US" dirty="0" err="1"/>
              <a:t>laoreet</a:t>
            </a:r>
            <a:r>
              <a:rPr lang="en-US" dirty="0"/>
              <a:t> </a:t>
            </a:r>
            <a:r>
              <a:rPr lang="en-US" dirty="0" err="1"/>
              <a:t>efficitur</a:t>
            </a:r>
            <a:r>
              <a:rPr lang="en-US" dirty="0"/>
              <a:t> nunc vel, tempus </a:t>
            </a:r>
            <a:r>
              <a:rPr lang="en-US" dirty="0" err="1"/>
              <a:t>odio</a:t>
            </a:r>
            <a:r>
              <a:rPr lang="en-US" dirty="0"/>
              <a:t> et. </a:t>
            </a:r>
            <a:r>
              <a:rPr lang="en-US" dirty="0" err="1"/>
              <a:t>Fusce</a:t>
            </a:r>
            <a:r>
              <a:rPr lang="en-US" dirty="0"/>
              <a:t> </a:t>
            </a:r>
            <a:r>
              <a:rPr lang="en-US" dirty="0" err="1"/>
              <a:t>aliquam</a:t>
            </a:r>
            <a:r>
              <a:rPr lang="en-US" dirty="0"/>
              <a:t> </a:t>
            </a:r>
            <a:r>
              <a:rPr lang="en-US" dirty="0" err="1"/>
              <a:t>tellus</a:t>
            </a:r>
            <a:r>
              <a:rPr lang="en-US" dirty="0"/>
              <a:t> a </a:t>
            </a:r>
            <a:r>
              <a:rPr lang="en-US" dirty="0" err="1"/>
              <a:t>quis</a:t>
            </a:r>
            <a:r>
              <a:rPr lang="en-US" dirty="0"/>
              <a:t> </a:t>
            </a:r>
            <a:r>
              <a:rPr lang="en-US" dirty="0" err="1"/>
              <a:t>tortor</a:t>
            </a:r>
            <a:r>
              <a:rPr lang="en-US" dirty="0"/>
              <a:t> </a:t>
            </a:r>
            <a:r>
              <a:rPr lang="en-US" dirty="0" err="1"/>
              <a:t>sagittis</a:t>
            </a:r>
            <a:r>
              <a:rPr lang="en-US" dirty="0"/>
              <a:t> </a:t>
            </a:r>
            <a:r>
              <a:rPr lang="en-US" dirty="0" err="1"/>
              <a:t>luctus</a:t>
            </a:r>
            <a:r>
              <a:rPr lang="en-US" dirty="0"/>
              <a:t>. </a:t>
            </a:r>
            <a:r>
              <a:rPr lang="en-US" dirty="0" err="1"/>
              <a:t>Aliquam</a:t>
            </a:r>
            <a:r>
              <a:rPr lang="en-US" dirty="0"/>
              <a:t> ac </a:t>
            </a:r>
            <a:r>
              <a:rPr lang="en-US" dirty="0" err="1"/>
              <a:t>risus</a:t>
            </a:r>
            <a:r>
              <a:rPr lang="en-US" dirty="0"/>
              <a:t> </a:t>
            </a:r>
            <a:r>
              <a:rPr lang="en-US" dirty="0" err="1"/>
              <a:t>scelerisque</a:t>
            </a:r>
            <a:r>
              <a:rPr lang="en-US" dirty="0"/>
              <a:t>, </a:t>
            </a:r>
            <a:r>
              <a:rPr lang="en-US" dirty="0" err="1"/>
              <a:t>aliquam</a:t>
            </a:r>
            <a:r>
              <a:rPr lang="en-US" dirty="0"/>
              <a:t> </a:t>
            </a:r>
            <a:r>
              <a:rPr lang="en-US" dirty="0" err="1"/>
              <a:t>orci</a:t>
            </a:r>
            <a:r>
              <a:rPr lang="en-US" dirty="0"/>
              <a:t> </a:t>
            </a:r>
            <a:r>
              <a:rPr lang="en-US" dirty="0" err="1"/>
              <a:t>quis</a:t>
            </a:r>
            <a:r>
              <a:rPr lang="en-US" dirty="0"/>
              <a:t>, </a:t>
            </a:r>
            <a:r>
              <a:rPr lang="en-US" dirty="0" err="1"/>
              <a:t>iaculis</a:t>
            </a:r>
            <a:r>
              <a:rPr lang="en-US" dirty="0"/>
              <a:t> </a:t>
            </a:r>
            <a:r>
              <a:rPr lang="en-US" dirty="0" err="1"/>
              <a:t>urna</a:t>
            </a:r>
            <a:r>
              <a:rPr lang="en-US" dirty="0"/>
              <a:t>. Proin </a:t>
            </a:r>
            <a:r>
              <a:rPr lang="en-US" dirty="0" err="1"/>
              <a:t>dapibus</a:t>
            </a:r>
            <a:r>
              <a:rPr lang="en-US" dirty="0"/>
              <a:t> porta </a:t>
            </a:r>
            <a:r>
              <a:rPr lang="en-US" dirty="0" err="1"/>
              <a:t>mollis</a:t>
            </a:r>
            <a:r>
              <a:rPr lang="en-US" dirty="0"/>
              <a:t> parturient.</a:t>
            </a:r>
          </a:p>
        </p:txBody>
      </p:sp>
      <p:pic>
        <p:nvPicPr>
          <p:cNvPr id="27" name="item_02_icon" descr="Cloud services, Blue 60 pictogram">
            <a:extLst>
              <a:ext uri="{FF2B5EF4-FFF2-40B4-BE49-F238E27FC236}">
                <a16:creationId xmlns:a16="http://schemas.microsoft.com/office/drawing/2014/main" id="{F8D97662-5CDC-7546-41FC-47B01C440D03}"/>
              </a:ext>
            </a:extLst>
          </p:cNvPr>
          <p:cNvPicPr>
            <a:picLocks noGrp="1" noChangeAspect="1"/>
          </p:cNvPicPr>
          <p:nvPr>
            <p:ph type="pic" sz="quarter" idx="16"/>
          </p:nvPr>
        </p:nvPicPr>
        <p:blipFill>
          <a:blip r:embed="rId5">
            <a:extLst>
              <a:ext uri="{96DAC541-7B7A-43D3-8B79-37D633B846F1}">
                <asvg:svgBlip xmlns:asvg="http://schemas.microsoft.com/office/drawing/2016/SVG/main" r:embed="rId6"/>
              </a:ext>
            </a:extLst>
          </a:blip>
          <a:srcRect/>
          <a:stretch/>
        </p:blipFill>
        <p:spPr>
          <a:xfrm>
            <a:off x="12766828" y="576072"/>
            <a:ext cx="1216152" cy="1216152"/>
          </a:xfrm>
        </p:spPr>
      </p:pic>
      <p:sp>
        <p:nvSpPr>
          <p:cNvPr id="5" name="item_02_body">
            <a:extLst>
              <a:ext uri="{FF2B5EF4-FFF2-40B4-BE49-F238E27FC236}">
                <a16:creationId xmlns:a16="http://schemas.microsoft.com/office/drawing/2014/main" id="{380049E5-8E79-07C7-3AF2-25702F5DC13C}"/>
              </a:ext>
            </a:extLst>
          </p:cNvPr>
          <p:cNvSpPr>
            <a:spLocks noGrp="1"/>
          </p:cNvSpPr>
          <p:nvPr>
            <p:ph type="body" sz="quarter" idx="13"/>
          </p:nvPr>
        </p:nvSpPr>
        <p:spPr>
          <a:xfrm>
            <a:off x="12768031" y="3047999"/>
            <a:ext cx="4942120" cy="9153524"/>
          </a:xfrm>
        </p:spPr>
        <p:txBody>
          <a:bodyPr/>
          <a:lstStyle/>
          <a:p>
            <a:r>
              <a:rPr lang="en-US" dirty="0"/>
              <a:t>Lorem ipsum dolor sit amet elit consectetur adipiscing. Sed at sem erat. Vivamus a pulvinar sapien.</a:t>
            </a:r>
            <a:br>
              <a:rPr lang="en-US" dirty="0"/>
            </a:br>
            <a:endParaRPr lang="en-US" dirty="0"/>
          </a:p>
          <a:p>
            <a:r>
              <a:rPr lang="en-US" dirty="0"/>
              <a:t>Praesent sit amet lorem laoreet efficitur nunc vel, tempus odio et. Fusce aliquam tellus a quis tortor sagittis luctus. Aliquam ac risus scelerisque, aliquam orci quis, iaculis urna. Proin dapibus porta mollis parturient.</a:t>
            </a:r>
          </a:p>
          <a:p>
            <a:endParaRPr lang="en-US" dirty="0"/>
          </a:p>
        </p:txBody>
      </p:sp>
      <p:pic>
        <p:nvPicPr>
          <p:cNvPr id="29" name="item_03_icon" descr="Connect, Blue 60 pictogram">
            <a:extLst>
              <a:ext uri="{FF2B5EF4-FFF2-40B4-BE49-F238E27FC236}">
                <a16:creationId xmlns:a16="http://schemas.microsoft.com/office/drawing/2014/main" id="{4BE480C1-3184-8E22-68B5-1A358BE3DEC2}"/>
              </a:ext>
            </a:extLst>
          </p:cNvPr>
          <p:cNvPicPr>
            <a:picLocks noGrp="1" noChangeAspect="1"/>
          </p:cNvPicPr>
          <p:nvPr>
            <p:ph type="pic" sz="quarter" idx="17"/>
          </p:nvPr>
        </p:nvPicPr>
        <p:blipFill>
          <a:blip r:embed="rId7">
            <a:extLst>
              <a:ext uri="{96DAC541-7B7A-43D3-8B79-37D633B846F1}">
                <asvg:svgBlip xmlns:asvg="http://schemas.microsoft.com/office/drawing/2016/SVG/main" r:embed="rId8"/>
              </a:ext>
            </a:extLst>
          </a:blip>
          <a:srcRect/>
          <a:stretch/>
        </p:blipFill>
        <p:spPr>
          <a:xfrm>
            <a:off x="18859500" y="576072"/>
            <a:ext cx="1216152" cy="1216152"/>
          </a:xfrm>
        </p:spPr>
      </p:pic>
      <p:sp>
        <p:nvSpPr>
          <p:cNvPr id="6" name="item_03_body">
            <a:extLst>
              <a:ext uri="{FF2B5EF4-FFF2-40B4-BE49-F238E27FC236}">
                <a16:creationId xmlns:a16="http://schemas.microsoft.com/office/drawing/2014/main" id="{0C6D32D9-5B8D-8A7B-954A-41C0387341CA}"/>
              </a:ext>
            </a:extLst>
          </p:cNvPr>
          <p:cNvSpPr>
            <a:spLocks noGrp="1"/>
          </p:cNvSpPr>
          <p:nvPr>
            <p:ph type="body" sz="quarter" idx="14"/>
          </p:nvPr>
        </p:nvSpPr>
        <p:spPr>
          <a:xfrm>
            <a:off x="18862677" y="3041649"/>
            <a:ext cx="4941886" cy="9153525"/>
          </a:xfrm>
        </p:spPr>
        <p:txBody>
          <a:bodyPr/>
          <a:lstStyle/>
          <a:p>
            <a:r>
              <a:rPr lang="en-US" dirty="0"/>
              <a:t>Lorem ipsum dolor sit amet elit consectetur adipiscing elit. Sed at sem erat. Vvarius natoque ivamus a pulvinar sapien. Orci penatibus et magnis dis parturient montes, nascetur ridiculus mus.</a:t>
            </a:r>
          </a:p>
        </p:txBody>
      </p:sp>
      <p:sp>
        <p:nvSpPr>
          <p:cNvPr id="14" name="slide_number">
            <a:extLst>
              <a:ext uri="{FF2B5EF4-FFF2-40B4-BE49-F238E27FC236}">
                <a16:creationId xmlns:a16="http://schemas.microsoft.com/office/drawing/2014/main" id="{370733D1-6D74-3AC8-ED5B-0E701524ECD6}"/>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11</a:t>
            </a:fld>
            <a:endParaRPr lang="en-US" dirty="0"/>
          </a:p>
        </p:txBody>
      </p:sp>
      <p:sp>
        <p:nvSpPr>
          <p:cNvPr id="8" name="brand_footer_copyright">
            <a:extLst>
              <a:ext uri="{FF2B5EF4-FFF2-40B4-BE49-F238E27FC236}">
                <a16:creationId xmlns:a16="http://schemas.microsoft.com/office/drawing/2014/main" id="{7438DC27-3AAE-C183-B763-F735ABD09624}"/>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68929078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_backdrop" descr="Blue 10 half slide background">
            <a:extLst>
              <a:ext uri="{FF2B5EF4-FFF2-40B4-BE49-F238E27FC236}">
                <a16:creationId xmlns:a16="http://schemas.microsoft.com/office/drawing/2014/main" id="{07671525-5404-B5ED-3376-7785F0D2CBA9}"/>
              </a:ext>
            </a:extLst>
          </p:cNvPr>
          <p:cNvSpPr/>
          <p:nvPr/>
        </p:nvSpPr>
        <p:spPr bwMode="auto">
          <a:xfrm>
            <a:off x="0" y="0"/>
            <a:ext cx="12192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7" name="title_eyebrow">
            <a:extLst>
              <a:ext uri="{FF2B5EF4-FFF2-40B4-BE49-F238E27FC236}">
                <a16:creationId xmlns:a16="http://schemas.microsoft.com/office/drawing/2014/main" id="{914DEA67-E208-B816-9E0B-22F8C3FB9924}"/>
              </a:ext>
            </a:extLst>
          </p:cNvPr>
          <p:cNvSpPr>
            <a:spLocks noGrp="1"/>
          </p:cNvSpPr>
          <p:nvPr>
            <p:ph type="body" sz="quarter" idx="21"/>
          </p:nvPr>
        </p:nvSpPr>
        <p:spPr>
          <a:xfrm>
            <a:off x="576000" y="576072"/>
            <a:ext cx="4961128" cy="462153"/>
          </a:xfrm>
        </p:spPr>
        <p:txBody>
          <a:bodyPr/>
          <a:lstStyle/>
          <a:p>
            <a:r>
              <a:rPr lang="en-US" dirty="0"/>
              <a:t>24/28pt, 1 line maximum </a:t>
            </a:r>
          </a:p>
        </p:txBody>
      </p:sp>
      <p:sp>
        <p:nvSpPr>
          <p:cNvPr id="2" name="title">
            <a:extLst>
              <a:ext uri="{FF2B5EF4-FFF2-40B4-BE49-F238E27FC236}">
                <a16:creationId xmlns:a16="http://schemas.microsoft.com/office/drawing/2014/main" id="{3AA5A86E-DBFD-4474-4374-028564DCE206}"/>
              </a:ext>
            </a:extLst>
          </p:cNvPr>
          <p:cNvSpPr>
            <a:spLocks noGrp="1"/>
          </p:cNvSpPr>
          <p:nvPr>
            <p:ph type="title"/>
          </p:nvPr>
        </p:nvSpPr>
        <p:spPr>
          <a:xfrm>
            <a:off x="576000" y="1524000"/>
            <a:ext cx="4948428" cy="3048000"/>
          </a:xfrm>
        </p:spPr>
        <p:txBody>
          <a:bodyPr/>
          <a:lstStyle/>
          <a:p>
            <a:r>
              <a:rPr lang="en-US" dirty="0"/>
              <a:t>28/36/42pt headline, </a:t>
            </a:r>
            <a:br>
              <a:rPr lang="en-US" dirty="0"/>
            </a:br>
            <a:r>
              <a:rPr lang="en-US" dirty="0"/>
              <a:t>5 lines maximum, sentence case</a:t>
            </a:r>
          </a:p>
        </p:txBody>
      </p:sp>
      <p:sp>
        <p:nvSpPr>
          <p:cNvPr id="3" name="item_01">
            <a:extLst>
              <a:ext uri="{FF2B5EF4-FFF2-40B4-BE49-F238E27FC236}">
                <a16:creationId xmlns:a16="http://schemas.microsoft.com/office/drawing/2014/main" id="{BC1C2404-94BB-C260-075D-3ADE0B6CD1E1}"/>
              </a:ext>
            </a:extLst>
          </p:cNvPr>
          <p:cNvSpPr>
            <a:spLocks noGrp="1"/>
          </p:cNvSpPr>
          <p:nvPr>
            <p:ph type="body" sz="quarter" idx="16"/>
          </p:nvPr>
        </p:nvSpPr>
        <p:spPr>
          <a:xfrm>
            <a:off x="12780000" y="576073"/>
            <a:ext cx="4953000" cy="4948428"/>
          </a:xfrm>
        </p:spPr>
        <p:txBody>
          <a:bodyPr/>
          <a:lstStyle/>
          <a:p>
            <a:r>
              <a:rPr lang="en-US" dirty="0">
                <a:solidFill>
                  <a:schemeClr val="accent1"/>
                </a:solidFill>
              </a:rPr>
              <a:t>Section one</a:t>
            </a:r>
          </a:p>
          <a:p>
            <a:endParaRPr lang="en-US" dirty="0"/>
          </a:p>
          <a:p>
            <a:r>
              <a:rPr lang="en-US" dirty="0"/>
              <a:t>Lorem ipsum dolor sit </a:t>
            </a:r>
            <a:r>
              <a:rPr lang="en-US" dirty="0" err="1"/>
              <a:t>amet</a:t>
            </a:r>
            <a:r>
              <a:rPr lang="en-US" dirty="0"/>
              <a:t> </a:t>
            </a:r>
            <a:r>
              <a:rPr lang="en-US" dirty="0" err="1"/>
              <a:t>donec</a:t>
            </a:r>
            <a:r>
              <a:rPr lang="en-US" dirty="0"/>
              <a:t> </a:t>
            </a:r>
            <a:r>
              <a:rPr lang="en-US" dirty="0" err="1"/>
              <a:t>quam</a:t>
            </a:r>
            <a:r>
              <a:rPr lang="en-US" dirty="0"/>
              <a:t> </a:t>
            </a:r>
            <a:r>
              <a:rPr lang="en-US" dirty="0" err="1"/>
              <a:t>felis</a:t>
            </a:r>
            <a:r>
              <a:rPr lang="en-US" dirty="0"/>
              <a:t> </a:t>
            </a:r>
            <a:r>
              <a:rPr lang="en-US" dirty="0" err="1"/>
              <a:t>ultricies</a:t>
            </a:r>
            <a:r>
              <a:rPr lang="en-US" dirty="0"/>
              <a:t> nec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a:t>
            </a:r>
          </a:p>
          <a:p>
            <a:endParaRPr lang="en-US" dirty="0"/>
          </a:p>
        </p:txBody>
      </p:sp>
      <p:sp>
        <p:nvSpPr>
          <p:cNvPr id="4" name="item_02">
            <a:extLst>
              <a:ext uri="{FF2B5EF4-FFF2-40B4-BE49-F238E27FC236}">
                <a16:creationId xmlns:a16="http://schemas.microsoft.com/office/drawing/2014/main" id="{0968477C-F9B7-38D8-BB0A-C4FB2497A530}"/>
              </a:ext>
            </a:extLst>
          </p:cNvPr>
          <p:cNvSpPr>
            <a:spLocks noGrp="1"/>
          </p:cNvSpPr>
          <p:nvPr>
            <p:ph type="body" sz="quarter" idx="17"/>
          </p:nvPr>
        </p:nvSpPr>
        <p:spPr>
          <a:xfrm>
            <a:off x="18862675" y="576072"/>
            <a:ext cx="4959350" cy="4948427"/>
          </a:xfrm>
        </p:spPr>
        <p:txBody>
          <a:bodyPr/>
          <a:lstStyle/>
          <a:p>
            <a:r>
              <a:rPr lang="en-US" dirty="0">
                <a:solidFill>
                  <a:schemeClr val="accent1"/>
                </a:solidFill>
              </a:rPr>
              <a:t>Section two</a:t>
            </a:r>
          </a:p>
          <a:p>
            <a:endParaRPr lang="en-US" dirty="0"/>
          </a:p>
          <a:p>
            <a:r>
              <a:rPr lang="en-US" dirty="0"/>
              <a:t>Lorem ipsum dolor sit amet donec quam felis ultricies nec pellentesque eu pretium quis sem. Nulla consequat massa quis enim. </a:t>
            </a:r>
          </a:p>
        </p:txBody>
      </p:sp>
      <p:sp>
        <p:nvSpPr>
          <p:cNvPr id="5" name="item_03">
            <a:extLst>
              <a:ext uri="{FF2B5EF4-FFF2-40B4-BE49-F238E27FC236}">
                <a16:creationId xmlns:a16="http://schemas.microsoft.com/office/drawing/2014/main" id="{3AA174B7-7826-6C1F-BDB7-35B5A3BA85D2}"/>
              </a:ext>
            </a:extLst>
          </p:cNvPr>
          <p:cNvSpPr>
            <a:spLocks noGrp="1"/>
          </p:cNvSpPr>
          <p:nvPr>
            <p:ph type="body" sz="quarter" idx="18"/>
          </p:nvPr>
        </p:nvSpPr>
        <p:spPr>
          <a:xfrm>
            <a:off x="12780000" y="6670675"/>
            <a:ext cx="4953000" cy="4948428"/>
          </a:xfrm>
        </p:spPr>
        <p:txBody>
          <a:bodyPr/>
          <a:lstStyle/>
          <a:p>
            <a:r>
              <a:rPr lang="en-US" dirty="0">
                <a:solidFill>
                  <a:schemeClr val="accent1"/>
                </a:solidFill>
              </a:rPr>
              <a:t>Section three</a:t>
            </a:r>
          </a:p>
          <a:p>
            <a:endParaRPr lang="en-US" dirty="0"/>
          </a:p>
          <a:p>
            <a:r>
              <a:rPr lang="en-US" dirty="0"/>
              <a:t>Lorem ipsum dolor sit amet donec quam felis ultricies nec pellentesque eu pretium quis sem. Nulla consequat massa quis enim. </a:t>
            </a:r>
          </a:p>
          <a:p>
            <a:endParaRPr lang="en-US" dirty="0"/>
          </a:p>
        </p:txBody>
      </p:sp>
      <p:sp>
        <p:nvSpPr>
          <p:cNvPr id="6" name="item_04">
            <a:extLst>
              <a:ext uri="{FF2B5EF4-FFF2-40B4-BE49-F238E27FC236}">
                <a16:creationId xmlns:a16="http://schemas.microsoft.com/office/drawing/2014/main" id="{219AF40F-AAE6-0B84-FDAA-FB0BC0B61FF5}"/>
              </a:ext>
            </a:extLst>
          </p:cNvPr>
          <p:cNvSpPr>
            <a:spLocks noGrp="1"/>
          </p:cNvSpPr>
          <p:nvPr>
            <p:ph type="body" sz="quarter" idx="19"/>
          </p:nvPr>
        </p:nvSpPr>
        <p:spPr>
          <a:xfrm>
            <a:off x="18862675" y="6670675"/>
            <a:ext cx="4953000" cy="4948427"/>
          </a:xfrm>
        </p:spPr>
        <p:txBody>
          <a:bodyPr/>
          <a:lstStyle/>
          <a:p>
            <a:r>
              <a:rPr lang="en-US" dirty="0">
                <a:solidFill>
                  <a:schemeClr val="accent1"/>
                </a:solidFill>
              </a:rPr>
              <a:t>Section four</a:t>
            </a:r>
          </a:p>
          <a:p>
            <a:endParaRPr lang="en-US" dirty="0"/>
          </a:p>
          <a:p>
            <a:r>
              <a:rPr lang="en-US" dirty="0"/>
              <a:t>Lorem ipsum dolor sit amet donec quam felis ultricies nec pellentesque eu pretium quis sem. Nulla consequat massa quis enim. </a:t>
            </a:r>
          </a:p>
          <a:p>
            <a:endParaRPr lang="en-US" dirty="0"/>
          </a:p>
        </p:txBody>
      </p:sp>
      <p:sp>
        <p:nvSpPr>
          <p:cNvPr id="9" name="brand_footer_copyright">
            <a:extLst>
              <a:ext uri="{FF2B5EF4-FFF2-40B4-BE49-F238E27FC236}">
                <a16:creationId xmlns:a16="http://schemas.microsoft.com/office/drawing/2014/main" id="{1DD854A0-670B-1C98-A279-E1038F35AA51}"/>
              </a:ext>
            </a:extLst>
          </p:cNvPr>
          <p:cNvSpPr>
            <a:spLocks noGrp="1"/>
          </p:cNvSpPr>
          <p:nvPr>
            <p:ph type="ftr" sz="quarter" idx="22"/>
          </p:nvPr>
        </p:nvSpPr>
        <p:spPr>
          <a:xfrm>
            <a:off x="576000" y="12816000"/>
            <a:ext cx="4956176" cy="381000"/>
          </a:xfrm>
        </p:spPr>
        <p:txBody>
          <a:bodyPr/>
          <a:lstStyle/>
          <a:p>
            <a:endParaRPr lang="en-US" dirty="0"/>
          </a:p>
        </p:txBody>
      </p:sp>
      <p:sp>
        <p:nvSpPr>
          <p:cNvPr id="8" name="slide_number">
            <a:extLst>
              <a:ext uri="{FF2B5EF4-FFF2-40B4-BE49-F238E27FC236}">
                <a16:creationId xmlns:a16="http://schemas.microsoft.com/office/drawing/2014/main" id="{881561E3-3C9C-B240-6626-16BB37AE5557}"/>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12</a:t>
            </a:fld>
            <a:endParaRPr lang="en-US" dirty="0"/>
          </a:p>
        </p:txBody>
      </p:sp>
      <p:cxnSp>
        <p:nvCxnSpPr>
          <p:cNvPr id="14" name="decor_horizontal_seprator" descr="Horizontal row divider">
            <a:extLst>
              <a:ext uri="{FF2B5EF4-FFF2-40B4-BE49-F238E27FC236}">
                <a16:creationId xmlns:a16="http://schemas.microsoft.com/office/drawing/2014/main" id="{B5EA9237-043F-29E5-4736-73FEB2881EB3}"/>
              </a:ext>
              <a:ext uri="{C183D7F6-B498-43B3-948B-1728B52AA6E4}">
                <adec:decorative xmlns:adec="http://schemas.microsoft.com/office/drawing/2017/decorative" val="0"/>
              </a:ext>
            </a:extLst>
          </p:cNvPr>
          <p:cNvCxnSpPr>
            <a:cxnSpLocks/>
          </p:cNvCxnSpPr>
          <p:nvPr/>
        </p:nvCxnSpPr>
        <p:spPr bwMode="auto">
          <a:xfrm>
            <a:off x="12763500" y="6096000"/>
            <a:ext cx="1104106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decor_vertical_separator" descr="Vertical column divider">
            <a:extLst>
              <a:ext uri="{FF2B5EF4-FFF2-40B4-BE49-F238E27FC236}">
                <a16:creationId xmlns:a16="http://schemas.microsoft.com/office/drawing/2014/main" id="{50FD49DC-AF7B-75D0-ED55-900DE06176BD}"/>
              </a:ext>
            </a:extLst>
          </p:cNvPr>
          <p:cNvCxnSpPr>
            <a:cxnSpLocks/>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543429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E2F33609-2C92-880F-C9F2-F22D27E3CF14}"/>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13</a:t>
            </a:fld>
            <a:endParaRPr lang="en-US" dirty="0"/>
          </a:p>
        </p:txBody>
      </p:sp>
      <p:sp>
        <p:nvSpPr>
          <p:cNvPr id="7" name="brand_footer_copyright">
            <a:extLst>
              <a:ext uri="{FF2B5EF4-FFF2-40B4-BE49-F238E27FC236}">
                <a16:creationId xmlns:a16="http://schemas.microsoft.com/office/drawing/2014/main" id="{BF5069CF-12C8-5065-5D51-A2D4F896DB63}"/>
              </a:ext>
            </a:extLst>
          </p:cNvPr>
          <p:cNvSpPr>
            <a:spLocks noGrp="1"/>
          </p:cNvSpPr>
          <p:nvPr>
            <p:ph type="ftr" sz="quarter" idx="18"/>
          </p:nvPr>
        </p:nvSpPr>
        <p:spPr>
          <a:xfrm>
            <a:off x="576000" y="12816000"/>
            <a:ext cx="4956176" cy="381000"/>
          </a:xfrm>
        </p:spPr>
        <p:txBody>
          <a:bodyPr/>
          <a:lstStyle/>
          <a:p>
            <a:endParaRPr lang="en-US" dirty="0"/>
          </a:p>
        </p:txBody>
      </p:sp>
      <p:sp>
        <p:nvSpPr>
          <p:cNvPr id="6" name="item_04">
            <a:extLst>
              <a:ext uri="{FF2B5EF4-FFF2-40B4-BE49-F238E27FC236}">
                <a16:creationId xmlns:a16="http://schemas.microsoft.com/office/drawing/2014/main" id="{420DC560-FF7F-9500-14CC-65574A232BA3}"/>
              </a:ext>
            </a:extLst>
          </p:cNvPr>
          <p:cNvSpPr>
            <a:spLocks noGrp="1"/>
          </p:cNvSpPr>
          <p:nvPr>
            <p:ph type="body" sz="quarter" idx="14"/>
          </p:nvPr>
        </p:nvSpPr>
        <p:spPr>
          <a:xfrm>
            <a:off x="18859500" y="6673851"/>
            <a:ext cx="4949825" cy="5521324"/>
          </a:xfrm>
        </p:spPr>
        <p:txBody>
          <a:bodyPr/>
          <a:lstStyle/>
          <a:p>
            <a:r>
              <a:rPr lang="en-US" sz="6800" dirty="0">
                <a:solidFill>
                  <a:schemeClr val="accent1"/>
                </a:solidFill>
              </a:rPr>
              <a:t>4</a:t>
            </a:r>
          </a:p>
          <a:p>
            <a:br>
              <a:rPr lang="en-US" dirty="0"/>
            </a:br>
            <a:r>
              <a:rPr lang="en-US" dirty="0"/>
              <a:t>Numbers are optional. Lorem ipsum dolor sit amet donec quam felis ultricies nec pellentesque eu pretium quis sem. Nulla consequat massa quis enim. </a:t>
            </a:r>
          </a:p>
        </p:txBody>
      </p:sp>
      <p:sp>
        <p:nvSpPr>
          <p:cNvPr id="5" name="item_03">
            <a:extLst>
              <a:ext uri="{FF2B5EF4-FFF2-40B4-BE49-F238E27FC236}">
                <a16:creationId xmlns:a16="http://schemas.microsoft.com/office/drawing/2014/main" id="{A58D3721-3096-C555-ADE3-C6C024CF3FAA}"/>
              </a:ext>
            </a:extLst>
          </p:cNvPr>
          <p:cNvSpPr>
            <a:spLocks noGrp="1"/>
          </p:cNvSpPr>
          <p:nvPr>
            <p:ph type="body" sz="quarter" idx="13"/>
          </p:nvPr>
        </p:nvSpPr>
        <p:spPr>
          <a:xfrm>
            <a:off x="12780000" y="6673851"/>
            <a:ext cx="4949825" cy="5521323"/>
          </a:xfrm>
        </p:spPr>
        <p:txBody>
          <a:bodyPr/>
          <a:lstStyle/>
          <a:p>
            <a:r>
              <a:rPr lang="en-US" sz="6800" dirty="0">
                <a:solidFill>
                  <a:schemeClr val="accent1"/>
                </a:solidFill>
              </a:rPr>
              <a:t>3</a:t>
            </a:r>
          </a:p>
          <a:p>
            <a:br>
              <a:rPr lang="en-US" dirty="0"/>
            </a:br>
            <a:r>
              <a:rPr lang="en-US" dirty="0"/>
              <a:t>Numbers are optional. Lorem ipsum dolor sit amet donec quam felis ultricies nec pellentesque eu pretium quis sem. Nulla consequat massa quis enim. </a:t>
            </a:r>
          </a:p>
        </p:txBody>
      </p:sp>
      <p:sp>
        <p:nvSpPr>
          <p:cNvPr id="4" name="item_02">
            <a:extLst>
              <a:ext uri="{FF2B5EF4-FFF2-40B4-BE49-F238E27FC236}">
                <a16:creationId xmlns:a16="http://schemas.microsoft.com/office/drawing/2014/main" id="{C33EDFC4-C9C9-2112-4D9D-362541F55268}"/>
              </a:ext>
            </a:extLst>
          </p:cNvPr>
          <p:cNvSpPr>
            <a:spLocks noGrp="1"/>
          </p:cNvSpPr>
          <p:nvPr>
            <p:ph type="body" sz="quarter" idx="12"/>
          </p:nvPr>
        </p:nvSpPr>
        <p:spPr>
          <a:xfrm>
            <a:off x="6663241" y="6673851"/>
            <a:ext cx="4949825" cy="5521323"/>
          </a:xfrm>
        </p:spPr>
        <p:txBody>
          <a:bodyPr/>
          <a:lstStyle/>
          <a:p>
            <a:r>
              <a:rPr lang="en-US" sz="6800" dirty="0">
                <a:solidFill>
                  <a:schemeClr val="accent1"/>
                </a:solidFill>
              </a:rPr>
              <a:t>2</a:t>
            </a:r>
          </a:p>
          <a:p>
            <a:br>
              <a:rPr lang="en-US" dirty="0"/>
            </a:br>
            <a:r>
              <a:rPr lang="en-US" dirty="0"/>
              <a:t>Numbers are optional. Lorem ipsum dolor sit amet donec quam felis ultricies nec pellentesque eu pretium quis sem. Nulla consequat massa quis enim. </a:t>
            </a:r>
          </a:p>
        </p:txBody>
      </p:sp>
      <p:sp>
        <p:nvSpPr>
          <p:cNvPr id="3" name="item_01">
            <a:extLst>
              <a:ext uri="{FF2B5EF4-FFF2-40B4-BE49-F238E27FC236}">
                <a16:creationId xmlns:a16="http://schemas.microsoft.com/office/drawing/2014/main" id="{1F06A4A6-BFA6-4140-B1ED-1F00BB0D2D2F}"/>
              </a:ext>
            </a:extLst>
          </p:cNvPr>
          <p:cNvSpPr>
            <a:spLocks noGrp="1"/>
          </p:cNvSpPr>
          <p:nvPr>
            <p:ph type="body" sz="quarter" idx="11"/>
          </p:nvPr>
        </p:nvSpPr>
        <p:spPr>
          <a:xfrm>
            <a:off x="576072" y="6675882"/>
            <a:ext cx="4949825" cy="5519293"/>
          </a:xfrm>
        </p:spPr>
        <p:txBody>
          <a:bodyPr/>
          <a:lstStyle/>
          <a:p>
            <a:r>
              <a:rPr lang="en-US" sz="6800" dirty="0">
                <a:solidFill>
                  <a:schemeClr val="accent1"/>
                </a:solidFill>
              </a:rPr>
              <a:t>1</a:t>
            </a:r>
          </a:p>
          <a:p>
            <a:br>
              <a:rPr lang="en-US" dirty="0"/>
            </a:br>
            <a:r>
              <a:rPr lang="en-US" dirty="0"/>
              <a:t>Numbers are optional. Lorem ipsum dolor sit amet donec quam felis ultricies nec pellentesque eu pretium quis sem. Nulla consequat massa quis enim. </a:t>
            </a:r>
          </a:p>
        </p:txBody>
      </p:sp>
      <p:cxnSp>
        <p:nvCxnSpPr>
          <p:cNvPr id="15" name="decor_item_01_02_separator" descr="Vertical column divider">
            <a:extLst>
              <a:ext uri="{FF2B5EF4-FFF2-40B4-BE49-F238E27FC236}">
                <a16:creationId xmlns:a16="http://schemas.microsoft.com/office/drawing/2014/main" id="{94878BED-52E0-8CDE-0511-5EF9D07E4C5A}"/>
              </a:ext>
            </a:extLst>
          </p:cNvPr>
          <p:cNvCxnSpPr>
            <a:cxnSpLocks/>
          </p:cNvCxnSpPr>
          <p:nvPr/>
        </p:nvCxnSpPr>
        <p:spPr bwMode="auto">
          <a:xfrm>
            <a:off x="6096000" y="6497782"/>
            <a:ext cx="0" cy="569739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decor_item_02_03_separator" descr="Vertical column divider">
            <a:extLst>
              <a:ext uri="{FF2B5EF4-FFF2-40B4-BE49-F238E27FC236}">
                <a16:creationId xmlns:a16="http://schemas.microsoft.com/office/drawing/2014/main" id="{455004F8-6CFC-2B5F-2DE8-3C331B6B7802}"/>
              </a:ext>
            </a:extLst>
          </p:cNvPr>
          <p:cNvCxnSpPr>
            <a:cxnSpLocks/>
          </p:cNvCxnSpPr>
          <p:nvPr/>
        </p:nvCxnSpPr>
        <p:spPr bwMode="auto">
          <a:xfrm>
            <a:off x="12192127" y="6500622"/>
            <a:ext cx="0" cy="569455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decor_item_03_04_separator" descr="Vertical column divider">
            <a:extLst>
              <a:ext uri="{FF2B5EF4-FFF2-40B4-BE49-F238E27FC236}">
                <a16:creationId xmlns:a16="http://schemas.microsoft.com/office/drawing/2014/main" id="{57087A44-392A-FC13-CCDF-F24FA402BD56}"/>
              </a:ext>
            </a:extLst>
          </p:cNvPr>
          <p:cNvCxnSpPr>
            <a:cxnSpLocks/>
          </p:cNvCxnSpPr>
          <p:nvPr/>
        </p:nvCxnSpPr>
        <p:spPr bwMode="auto">
          <a:xfrm>
            <a:off x="18288000" y="6497782"/>
            <a:ext cx="0" cy="569739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title_backdrop" descr="Blue 10 half slide background">
            <a:extLst>
              <a:ext uri="{FF2B5EF4-FFF2-40B4-BE49-F238E27FC236}">
                <a16:creationId xmlns:a16="http://schemas.microsoft.com/office/drawing/2014/main" id="{0A7EE93C-1217-0222-1225-E4EEB7DBAEB7}"/>
              </a:ext>
            </a:extLst>
          </p:cNvPr>
          <p:cNvSpPr/>
          <p:nvPr/>
        </p:nvSpPr>
        <p:spPr bwMode="auto">
          <a:xfrm>
            <a:off x="-1" y="0"/>
            <a:ext cx="24387175" cy="609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9" name="title">
            <a:extLst>
              <a:ext uri="{FF2B5EF4-FFF2-40B4-BE49-F238E27FC236}">
                <a16:creationId xmlns:a16="http://schemas.microsoft.com/office/drawing/2014/main" id="{D4454D0F-8A4A-293D-E532-2D4AD5E89BFE}"/>
              </a:ext>
            </a:extLst>
          </p:cNvPr>
          <p:cNvSpPr>
            <a:spLocks noGrp="1"/>
          </p:cNvSpPr>
          <p:nvPr>
            <p:ph type="body" sz="quarter" idx="21"/>
          </p:nvPr>
        </p:nvSpPr>
        <p:spPr>
          <a:xfrm>
            <a:off x="576000" y="576072"/>
            <a:ext cx="4942078" cy="3995928"/>
          </a:xfrm>
        </p:spPr>
        <p:txBody>
          <a:bodyPr/>
          <a:lstStyle/>
          <a:p>
            <a:r>
              <a:rPr lang="en-US" dirty="0"/>
              <a:t>28/36/42pt headline, 5 lines maximum, sentence case</a:t>
            </a:r>
          </a:p>
        </p:txBody>
      </p:sp>
    </p:spTree>
    <p:extLst>
      <p:ext uri="{BB962C8B-B14F-4D97-AF65-F5344CB8AC3E}">
        <p14:creationId xmlns:p14="http://schemas.microsoft.com/office/powerpoint/2010/main" val="395607721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_backdrop" descr="Blue 10 quarter slide background">
            <a:extLst>
              <a:ext uri="{FF2B5EF4-FFF2-40B4-BE49-F238E27FC236}">
                <a16:creationId xmlns:a16="http://schemas.microsoft.com/office/drawing/2014/main" id="{24EB1604-9A03-7089-410A-1F3E6FB1BB6B}"/>
              </a:ext>
            </a:extLst>
          </p:cNvPr>
          <p:cNvSpPr/>
          <p:nvPr/>
        </p:nvSpPr>
        <p:spPr bwMode="auto">
          <a:xfrm>
            <a:off x="0" y="0"/>
            <a:ext cx="6096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a:extLst>
              <a:ext uri="{FF2B5EF4-FFF2-40B4-BE49-F238E27FC236}">
                <a16:creationId xmlns:a16="http://schemas.microsoft.com/office/drawing/2014/main" id="{E75BB14F-E027-AD4A-B94F-B46F7A4C0BB5}"/>
              </a:ext>
            </a:extLst>
          </p:cNvPr>
          <p:cNvSpPr>
            <a:spLocks noGrp="1"/>
          </p:cNvSpPr>
          <p:nvPr>
            <p:ph type="title"/>
          </p:nvPr>
        </p:nvSpPr>
        <p:spPr>
          <a:xfrm>
            <a:off x="576000" y="576072"/>
            <a:ext cx="4949825" cy="3995928"/>
          </a:xfrm>
        </p:spPr>
        <p:txBody>
          <a:bodyPr/>
          <a:lstStyle/>
          <a:p>
            <a:r>
              <a:rPr lang="en-US" dirty="0"/>
              <a:t>28/36/42pt headline, 5 lines maximum, sentence case</a:t>
            </a:r>
          </a:p>
        </p:txBody>
      </p:sp>
      <p:sp>
        <p:nvSpPr>
          <p:cNvPr id="7" name="item_01">
            <a:extLst>
              <a:ext uri="{FF2B5EF4-FFF2-40B4-BE49-F238E27FC236}">
                <a16:creationId xmlns:a16="http://schemas.microsoft.com/office/drawing/2014/main" id="{97DC30C3-948E-8FD3-98BD-2975A8299E71}"/>
              </a:ext>
            </a:extLst>
          </p:cNvPr>
          <p:cNvSpPr>
            <a:spLocks noGrp="1"/>
          </p:cNvSpPr>
          <p:nvPr>
            <p:ph type="body" sz="quarter" idx="20"/>
          </p:nvPr>
        </p:nvSpPr>
        <p:spPr>
          <a:xfrm>
            <a:off x="6666415" y="576071"/>
            <a:ext cx="4956048" cy="4956048"/>
          </a:xfrm>
        </p:spPr>
        <p:txBody>
          <a:bodyPr/>
          <a:lstStyle/>
          <a:p>
            <a:r>
              <a:rPr lang="en-US" dirty="0">
                <a:solidFill>
                  <a:schemeClr val="accent1"/>
                </a:solidFill>
              </a:rPr>
              <a:t>Section one</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sp>
        <p:nvSpPr>
          <p:cNvPr id="3" name="item_02">
            <a:extLst>
              <a:ext uri="{FF2B5EF4-FFF2-40B4-BE49-F238E27FC236}">
                <a16:creationId xmlns:a16="http://schemas.microsoft.com/office/drawing/2014/main" id="{50FF07F2-F8CE-D48A-9695-375C110032EA}"/>
              </a:ext>
            </a:extLst>
          </p:cNvPr>
          <p:cNvSpPr>
            <a:spLocks noGrp="1"/>
          </p:cNvSpPr>
          <p:nvPr>
            <p:ph type="body" sz="quarter" idx="16"/>
          </p:nvPr>
        </p:nvSpPr>
        <p:spPr>
          <a:xfrm>
            <a:off x="12780000" y="576071"/>
            <a:ext cx="4956048" cy="4956048"/>
          </a:xfrm>
        </p:spPr>
        <p:txBody>
          <a:bodyPr/>
          <a:lstStyle/>
          <a:p>
            <a:r>
              <a:rPr lang="en-US" dirty="0">
                <a:solidFill>
                  <a:schemeClr val="accent1"/>
                </a:solidFill>
              </a:rPr>
              <a:t>Section two</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sp>
        <p:nvSpPr>
          <p:cNvPr id="4" name="item_03">
            <a:extLst>
              <a:ext uri="{FF2B5EF4-FFF2-40B4-BE49-F238E27FC236}">
                <a16:creationId xmlns:a16="http://schemas.microsoft.com/office/drawing/2014/main" id="{4583A692-67BC-0BBF-2CBC-B27D72EAAFCB}"/>
              </a:ext>
            </a:extLst>
          </p:cNvPr>
          <p:cNvSpPr>
            <a:spLocks noGrp="1"/>
          </p:cNvSpPr>
          <p:nvPr>
            <p:ph type="body" sz="quarter" idx="17"/>
          </p:nvPr>
        </p:nvSpPr>
        <p:spPr>
          <a:xfrm>
            <a:off x="18859499" y="576071"/>
            <a:ext cx="4946904" cy="4956048"/>
          </a:xfrm>
        </p:spPr>
        <p:txBody>
          <a:bodyPr/>
          <a:lstStyle/>
          <a:p>
            <a:r>
              <a:rPr lang="en-US" dirty="0">
                <a:solidFill>
                  <a:schemeClr val="accent1"/>
                </a:solidFill>
              </a:rPr>
              <a:t>Section three</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sp>
        <p:nvSpPr>
          <p:cNvPr id="9" name="brand_footer_copyright">
            <a:extLst>
              <a:ext uri="{FF2B5EF4-FFF2-40B4-BE49-F238E27FC236}">
                <a16:creationId xmlns:a16="http://schemas.microsoft.com/office/drawing/2014/main" id="{9EA6BC34-56CE-A7CE-939E-3B33F415629F}"/>
              </a:ext>
            </a:extLst>
          </p:cNvPr>
          <p:cNvSpPr>
            <a:spLocks noGrp="1"/>
          </p:cNvSpPr>
          <p:nvPr>
            <p:ph type="ftr" sz="quarter" idx="22"/>
          </p:nvPr>
        </p:nvSpPr>
        <p:spPr>
          <a:xfrm>
            <a:off x="576000" y="12816000"/>
            <a:ext cx="4956176" cy="381000"/>
          </a:xfrm>
        </p:spPr>
        <p:txBody>
          <a:bodyPr/>
          <a:lstStyle/>
          <a:p>
            <a:endParaRPr lang="en-US" dirty="0"/>
          </a:p>
        </p:txBody>
      </p:sp>
      <p:sp>
        <p:nvSpPr>
          <p:cNvPr id="11" name="slide_number">
            <a:extLst>
              <a:ext uri="{FF2B5EF4-FFF2-40B4-BE49-F238E27FC236}">
                <a16:creationId xmlns:a16="http://schemas.microsoft.com/office/drawing/2014/main" id="{159423CD-D821-23C0-A869-C7B937916AB6}"/>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14</a:t>
            </a:fld>
            <a:endParaRPr lang="en-US" dirty="0"/>
          </a:p>
        </p:txBody>
      </p:sp>
      <p:sp>
        <p:nvSpPr>
          <p:cNvPr id="8" name="item_04">
            <a:extLst>
              <a:ext uri="{FF2B5EF4-FFF2-40B4-BE49-F238E27FC236}">
                <a16:creationId xmlns:a16="http://schemas.microsoft.com/office/drawing/2014/main" id="{A18931D0-C5A4-68A6-9CD4-19EA3D1CBA9D}"/>
              </a:ext>
            </a:extLst>
          </p:cNvPr>
          <p:cNvSpPr>
            <a:spLocks noGrp="1"/>
          </p:cNvSpPr>
          <p:nvPr>
            <p:ph type="body" sz="quarter" idx="12"/>
          </p:nvPr>
        </p:nvSpPr>
        <p:spPr>
          <a:xfrm>
            <a:off x="6666415" y="6673850"/>
            <a:ext cx="4956048" cy="4956048"/>
          </a:xfrm>
        </p:spPr>
        <p:txBody>
          <a:bodyPr/>
          <a:lstStyle/>
          <a:p>
            <a:r>
              <a:rPr lang="en-US" dirty="0">
                <a:solidFill>
                  <a:schemeClr val="accent1"/>
                </a:solidFill>
              </a:rPr>
              <a:t>Section four</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sp>
        <p:nvSpPr>
          <p:cNvPr id="5" name="item_05">
            <a:extLst>
              <a:ext uri="{FF2B5EF4-FFF2-40B4-BE49-F238E27FC236}">
                <a16:creationId xmlns:a16="http://schemas.microsoft.com/office/drawing/2014/main" id="{85F6FFC7-8BE2-A908-0641-8ACB50CC756D}"/>
              </a:ext>
            </a:extLst>
          </p:cNvPr>
          <p:cNvSpPr>
            <a:spLocks noGrp="1"/>
          </p:cNvSpPr>
          <p:nvPr>
            <p:ph type="body" sz="quarter" idx="13"/>
          </p:nvPr>
        </p:nvSpPr>
        <p:spPr>
          <a:xfrm>
            <a:off x="12780000" y="6673850"/>
            <a:ext cx="4956048" cy="4956048"/>
          </a:xfrm>
        </p:spPr>
        <p:txBody>
          <a:bodyPr/>
          <a:lstStyle/>
          <a:p>
            <a:r>
              <a:rPr lang="en-US" dirty="0">
                <a:solidFill>
                  <a:schemeClr val="accent1"/>
                </a:solidFill>
              </a:rPr>
              <a:t>Section five</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sp>
        <p:nvSpPr>
          <p:cNvPr id="6" name="item_06">
            <a:extLst>
              <a:ext uri="{FF2B5EF4-FFF2-40B4-BE49-F238E27FC236}">
                <a16:creationId xmlns:a16="http://schemas.microsoft.com/office/drawing/2014/main" id="{EA26F7D5-A28D-782E-2D98-C9B79BA17108}"/>
              </a:ext>
            </a:extLst>
          </p:cNvPr>
          <p:cNvSpPr>
            <a:spLocks noGrp="1"/>
          </p:cNvSpPr>
          <p:nvPr>
            <p:ph type="body" sz="quarter" idx="14"/>
          </p:nvPr>
        </p:nvSpPr>
        <p:spPr>
          <a:xfrm>
            <a:off x="18859499" y="6673850"/>
            <a:ext cx="4946904" cy="4956048"/>
          </a:xfrm>
        </p:spPr>
        <p:txBody>
          <a:bodyPr/>
          <a:lstStyle/>
          <a:p>
            <a:r>
              <a:rPr lang="en-US" dirty="0">
                <a:solidFill>
                  <a:schemeClr val="accent1"/>
                </a:solidFill>
              </a:rPr>
              <a:t>Section six</a:t>
            </a:r>
            <a:br>
              <a:rPr lang="en-US" dirty="0">
                <a:solidFill>
                  <a:schemeClr val="accent1"/>
                </a:solidFill>
              </a:rPr>
            </a:br>
            <a:endParaRPr lang="en-US" dirty="0">
              <a:solidFill>
                <a:schemeClr val="accent1"/>
              </a:solidFill>
            </a:endParaRPr>
          </a:p>
          <a:p>
            <a:r>
              <a:rPr lang="en-US" dirty="0"/>
              <a:t>Lorem ipsum dolor sit amet donec quam felis ultricies nec pellentesque eu pretium quis sem. Nulla consequat massa quis enim. </a:t>
            </a:r>
          </a:p>
        </p:txBody>
      </p:sp>
      <p:cxnSp>
        <p:nvCxnSpPr>
          <p:cNvPr id="17" name="decor_horizontal_seperator" descr="Horizontal row divider">
            <a:extLst>
              <a:ext uri="{FF2B5EF4-FFF2-40B4-BE49-F238E27FC236}">
                <a16:creationId xmlns:a16="http://schemas.microsoft.com/office/drawing/2014/main" id="{FF86499D-8C1E-B0C8-A35B-27CE8262330F}"/>
              </a:ext>
              <a:ext uri="{C183D7F6-B498-43B3-948B-1728B52AA6E4}">
                <adec:decorative xmlns:adec="http://schemas.microsoft.com/office/drawing/2017/decorative" val="0"/>
              </a:ext>
            </a:extLst>
          </p:cNvPr>
          <p:cNvCxnSpPr>
            <a:cxnSpLocks/>
          </p:cNvCxnSpPr>
          <p:nvPr/>
        </p:nvCxnSpPr>
        <p:spPr bwMode="auto">
          <a:xfrm>
            <a:off x="6667500" y="60960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decor_left_seperator" descr="Vertical column divider">
            <a:extLst>
              <a:ext uri="{FF2B5EF4-FFF2-40B4-BE49-F238E27FC236}">
                <a16:creationId xmlns:a16="http://schemas.microsoft.com/office/drawing/2014/main" id="{FCF6A8FE-1AB8-78D4-0D77-0F52F5780E85}"/>
              </a:ext>
              <a:ext uri="{C183D7F6-B498-43B3-948B-1728B52AA6E4}">
                <adec:decorative xmlns:adec="http://schemas.microsoft.com/office/drawing/2017/decorative" val="0"/>
              </a:ext>
            </a:extLst>
          </p:cNvPr>
          <p:cNvCxnSpPr>
            <a:cxnSpLocks/>
          </p:cNvCxnSpPr>
          <p:nvPr/>
        </p:nvCxnSpPr>
        <p:spPr bwMode="auto">
          <a:xfrm>
            <a:off x="12188952" y="566928"/>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decor_right_seperator" descr="Vertical column divider">
            <a:extLst>
              <a:ext uri="{FF2B5EF4-FFF2-40B4-BE49-F238E27FC236}">
                <a16:creationId xmlns:a16="http://schemas.microsoft.com/office/drawing/2014/main" id="{49415184-4BC9-AAFA-197E-6F9882FBF2E4}"/>
              </a:ext>
              <a:ext uri="{C183D7F6-B498-43B3-948B-1728B52AA6E4}">
                <adec:decorative xmlns:adec="http://schemas.microsoft.com/office/drawing/2017/decorative" val="0"/>
              </a:ext>
            </a:extLst>
          </p:cNvPr>
          <p:cNvCxnSpPr>
            <a:cxnSpLocks/>
          </p:cNvCxnSpPr>
          <p:nvPr/>
        </p:nvCxnSpPr>
        <p:spPr bwMode="auto">
          <a:xfrm>
            <a:off x="18288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684714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39052BC-A31A-3AFD-FA62-5B081B61CDCC}"/>
              </a:ext>
            </a:extLst>
          </p:cNvPr>
          <p:cNvSpPr>
            <a:spLocks noGrp="1"/>
          </p:cNvSpPr>
          <p:nvPr>
            <p:ph type="title"/>
          </p:nvPr>
        </p:nvSpPr>
        <p:spPr/>
        <p:txBody>
          <a:bodyPr/>
          <a:lstStyle/>
          <a:p>
            <a:r>
              <a:rPr lang="en-US" dirty="0"/>
              <a:t>28/36/42pt headline, 3 lines maximum, sentence case</a:t>
            </a:r>
          </a:p>
        </p:txBody>
      </p:sp>
      <p:sp>
        <p:nvSpPr>
          <p:cNvPr id="4" name="body_left_01">
            <a:extLst>
              <a:ext uri="{FF2B5EF4-FFF2-40B4-BE49-F238E27FC236}">
                <a16:creationId xmlns:a16="http://schemas.microsoft.com/office/drawing/2014/main" id="{4D61F429-A819-1589-FBA7-B0AB71D7DF20}"/>
              </a:ext>
            </a:extLst>
          </p:cNvPr>
          <p:cNvSpPr>
            <a:spLocks noGrp="1"/>
          </p:cNvSpPr>
          <p:nvPr>
            <p:ph type="body" sz="quarter" idx="12"/>
          </p:nvPr>
        </p:nvSpPr>
        <p:spPr>
          <a:xfrm>
            <a:off x="576000" y="3047999"/>
            <a:ext cx="4946904" cy="9153525"/>
          </a:xfrm>
        </p:spPr>
        <p:txBody>
          <a:bodyPr/>
          <a:lstStyle/>
          <a:p>
            <a:r>
              <a:rPr lang="en-US" dirty="0"/>
              <a:t>Lorem ipsum dolor sit amet, consectetur adipiscing elit. Sed at sem erat. Vivamus a pulvinar sapien. Orci varius natoque pen et magnis dis parturi montes, nasce ridiculus mus nonamus totalis ellimatus est. </a:t>
            </a:r>
            <a:br>
              <a:rPr lang="en-US" dirty="0"/>
            </a:br>
            <a:endParaRPr lang="en-US" dirty="0"/>
          </a:p>
          <a:p>
            <a:r>
              <a:rPr lang="en-US" dirty="0"/>
              <a:t>Nulla eu mattis elit, efficitur scelerisque velit. Vestibulum viverra, ante ac placerat.</a:t>
            </a:r>
          </a:p>
          <a:p>
            <a:endParaRPr lang="en-US" dirty="0"/>
          </a:p>
        </p:txBody>
      </p:sp>
      <p:sp>
        <p:nvSpPr>
          <p:cNvPr id="5" name="body_left_02">
            <a:extLst>
              <a:ext uri="{FF2B5EF4-FFF2-40B4-BE49-F238E27FC236}">
                <a16:creationId xmlns:a16="http://schemas.microsoft.com/office/drawing/2014/main" id="{5D00F604-0481-AD77-9049-C690DC1A4437}"/>
              </a:ext>
            </a:extLst>
          </p:cNvPr>
          <p:cNvSpPr>
            <a:spLocks noGrp="1"/>
          </p:cNvSpPr>
          <p:nvPr>
            <p:ph type="body" sz="quarter" idx="13"/>
          </p:nvPr>
        </p:nvSpPr>
        <p:spPr>
          <a:xfrm>
            <a:off x="6670675" y="3047999"/>
            <a:ext cx="4951413" cy="9153525"/>
          </a:xfrm>
        </p:spPr>
        <p:txBody>
          <a:bodyPr/>
          <a:lstStyle/>
          <a:p>
            <a:r>
              <a:rPr lang="en-US" dirty="0"/>
              <a:t>Nulla eu mattis elit, efficitur scelerisque velit. Vestibulum viverra, ante ac placerat. </a:t>
            </a:r>
            <a:br>
              <a:rPr lang="en-US" dirty="0"/>
            </a:br>
            <a:endParaRPr lang="en-US" dirty="0"/>
          </a:p>
          <a:p>
            <a:r>
              <a:rPr lang="en-US" dirty="0"/>
              <a:t>Lorem ipsum dolor sit amet, consectetur adipiscing elit. Sed at sem erat. Vivamus a pulvinar sapien. Orci varius natoque pen et magnis dis parturi montes, nasce ridiculus mus nonamus totalis ellimatus est. </a:t>
            </a:r>
          </a:p>
          <a:p>
            <a:endParaRPr lang="en-US" dirty="0"/>
          </a:p>
        </p:txBody>
      </p:sp>
      <p:sp>
        <p:nvSpPr>
          <p:cNvPr id="7" name="image" descr="Place imagery here">
            <a:extLst>
              <a:ext uri="{FF2B5EF4-FFF2-40B4-BE49-F238E27FC236}">
                <a16:creationId xmlns:a16="http://schemas.microsoft.com/office/drawing/2014/main" id="{77A7CC8A-F8D4-01B6-C299-15983476AE0E}"/>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6" name="brand_footer_copyright">
            <a:extLst>
              <a:ext uri="{FF2B5EF4-FFF2-40B4-BE49-F238E27FC236}">
                <a16:creationId xmlns:a16="http://schemas.microsoft.com/office/drawing/2014/main" id="{A1B75C6E-9935-614F-FDDF-F1F6697CD61D}"/>
              </a:ext>
            </a:extLst>
          </p:cNvPr>
          <p:cNvSpPr>
            <a:spLocks noGrp="1"/>
          </p:cNvSpPr>
          <p:nvPr>
            <p:ph type="ftr" sz="quarter" idx="18"/>
          </p:nvPr>
        </p:nvSpPr>
        <p:spPr>
          <a:xfrm>
            <a:off x="582422" y="12823825"/>
            <a:ext cx="4956176" cy="381000"/>
          </a:xfrm>
        </p:spPr>
        <p:txBody>
          <a:bodyPr/>
          <a:lstStyle/>
          <a:p>
            <a:endParaRPr lang="en-US" dirty="0"/>
          </a:p>
        </p:txBody>
      </p:sp>
    </p:spTree>
    <p:extLst>
      <p:ext uri="{BB962C8B-B14F-4D97-AF65-F5344CB8AC3E}">
        <p14:creationId xmlns:p14="http://schemas.microsoft.com/office/powerpoint/2010/main" val="57923939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1956</TotalTime>
  <Words>3912</Words>
  <Application>Microsoft Macintosh PowerPoint</Application>
  <PresentationFormat>Custom</PresentationFormat>
  <Paragraphs>268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IBM Plex Sans Medm</vt:lpstr>
      <vt:lpstr>IBM Plex Sans</vt:lpstr>
      <vt:lpstr>IBM Plex Sans Light</vt:lpstr>
      <vt:lpstr>IBM Plex Sans ExtLt</vt:lpstr>
      <vt:lpstr>IBM presentation template</vt:lpstr>
      <vt:lpstr>68/84/132pt title,  5 lines maximum,  sentence case</vt:lpstr>
      <vt:lpstr>68/84pt Contents</vt:lpstr>
      <vt:lpstr>68/84pt section divider, 3 lines maximum</vt:lpstr>
      <vt:lpstr>168pt Go  simple and big  if possible</vt:lpstr>
      <vt:lpstr>36/42/68/84pt headline,  3 lines maximum,  sentence case</vt:lpstr>
      <vt:lpstr>PowerPoint Presentation</vt:lpstr>
      <vt:lpstr>28/36/42pt headline,  5 lines maximum, sentence case</vt:lpstr>
      <vt:lpstr>68/84pt headline, 3 lines maximum, sentence case</vt:lpstr>
      <vt:lpstr>28/36/42pt headline, 3 lines maximum, sentence case</vt:lpstr>
      <vt:lpstr>28/36/42pt headline, 3 lines maximum, sentence case</vt:lpstr>
      <vt:lpstr>24/28pt, 2 lines maximum, sentence case</vt:lpstr>
      <vt:lpstr>28/36/42pt headline,  5 lines maximum, sentence case</vt:lpstr>
      <vt:lpstr>PowerPoint Presentation</vt:lpstr>
      <vt:lpstr>28/36/42pt headline, 5 lines maximum, sentence case</vt:lpstr>
      <vt:lpstr>28/36/42pt headline, 3 lines maximum, sentence case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Matt Parish</dc:creator>
  <cp:keywords/>
  <dc:description/>
  <cp:lastModifiedBy>Matt Parish</cp:lastModifiedBy>
  <cp:revision>11</cp:revision>
  <cp:lastPrinted>2019-04-25T15:14:05Z</cp:lastPrinted>
  <dcterms:created xsi:type="dcterms:W3CDTF">2025-12-18T19:34:41Z</dcterms:created>
  <dcterms:modified xsi:type="dcterms:W3CDTF">2026-02-25T15:14:36Z</dcterms:modified>
  <cp:category/>
</cp:coreProperties>
</file>